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25.svg" ContentType="image/svg+xml"/>
  <Override PartName="/ppt/media/image2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 id="2147483694" r:id="rId3"/>
    <p:sldMasterId id="2147483699" r:id="rId4"/>
    <p:sldMasterId id="2147483713" r:id="rId5"/>
  </p:sldMasterIdLst>
  <p:notesMasterIdLst>
    <p:notesMasterId r:id="rId12"/>
  </p:notesMasterIdLst>
  <p:sldIdLst>
    <p:sldId id="820" r:id="rId6"/>
    <p:sldId id="2857" r:id="rId7"/>
    <p:sldId id="1906872563" r:id="rId8"/>
    <p:sldId id="1906872569" r:id="rId9"/>
    <p:sldId id="1906872570" r:id="rId10"/>
    <p:sldId id="26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75E361-6728-4564-925F-CDEB010D9221}" v="1" dt="2026-08-12T11:52:41.6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57" d="100"/>
          <a:sy n="157" d="100"/>
        </p:scale>
        <p:origin x="324" y="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6/11/relationships/changesInfo" Target="changesInfos/changesInfo1.xml"/><Relationship Id="rId1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pta, Sumit" userId="1897bf9b-0dd3-4194-b659-65bd26db6033" providerId="ADAL" clId="{5772E9CC-A2D7-4A18-9F3D-98CD1ADE6210}"/>
    <pc:docChg chg="undo custSel addSld delSld modSld modMainMaster">
      <pc:chgData name="Gupta, Sumit" userId="1897bf9b-0dd3-4194-b659-65bd26db6033" providerId="ADAL" clId="{5772E9CC-A2D7-4A18-9F3D-98CD1ADE6210}" dt="2026-08-12T11:52:43.731" v="19" actId="47"/>
      <pc:docMkLst>
        <pc:docMk/>
      </pc:docMkLst>
      <pc:sldChg chg="add">
        <pc:chgData name="Gupta, Sumit" userId="1897bf9b-0dd3-4194-b659-65bd26db6033" providerId="ADAL" clId="{5772E9CC-A2D7-4A18-9F3D-98CD1ADE6210}" dt="2026-08-12T11:52:41.597" v="18"/>
        <pc:sldMkLst>
          <pc:docMk/>
          <pc:sldMk cId="4229161518" sldId="820"/>
        </pc:sldMkLst>
      </pc:sldChg>
      <pc:sldChg chg="del">
        <pc:chgData name="Gupta, Sumit" userId="1897bf9b-0dd3-4194-b659-65bd26db6033" providerId="ADAL" clId="{5772E9CC-A2D7-4A18-9F3D-98CD1ADE6210}" dt="2026-08-12T11:52:43.731" v="19" actId="47"/>
        <pc:sldMkLst>
          <pc:docMk/>
          <pc:sldMk cId="1508494297" sldId="945"/>
        </pc:sldMkLst>
      </pc:sldChg>
      <pc:sldChg chg="add">
        <pc:chgData name="Gupta, Sumit" userId="1897bf9b-0dd3-4194-b659-65bd26db6033" providerId="ADAL" clId="{5772E9CC-A2D7-4A18-9F3D-98CD1ADE6210}" dt="2026-07-24T04:48:05.146" v="0"/>
        <pc:sldMkLst>
          <pc:docMk/>
          <pc:sldMk cId="2959471642" sldId="2857"/>
        </pc:sldMkLst>
      </pc:sldChg>
      <pc:sldChg chg="add">
        <pc:chgData name="Gupta, Sumit" userId="1897bf9b-0dd3-4194-b659-65bd26db6033" providerId="ADAL" clId="{5772E9CC-A2D7-4A18-9F3D-98CD1ADE6210}" dt="2026-07-24T04:48:05.146" v="0"/>
        <pc:sldMkLst>
          <pc:docMk/>
          <pc:sldMk cId="280955698" sldId="2870"/>
        </pc:sldMkLst>
      </pc:sldChg>
      <pc:sldChg chg="add">
        <pc:chgData name="Gupta, Sumit" userId="1897bf9b-0dd3-4194-b659-65bd26db6033" providerId="ADAL" clId="{5772E9CC-A2D7-4A18-9F3D-98CD1ADE6210}" dt="2026-07-24T04:48:05.146" v="0"/>
        <pc:sldMkLst>
          <pc:docMk/>
          <pc:sldMk cId="969716135" sldId="1906872563"/>
        </pc:sldMkLst>
      </pc:sldChg>
      <pc:sldChg chg="delSp modSp add mod">
        <pc:chgData name="Gupta, Sumit" userId="1897bf9b-0dd3-4194-b659-65bd26db6033" providerId="ADAL" clId="{5772E9CC-A2D7-4A18-9F3D-98CD1ADE6210}" dt="2026-07-24T04:48:25.970" v="2" actId="20577"/>
        <pc:sldMkLst>
          <pc:docMk/>
          <pc:sldMk cId="2205980423" sldId="1906872569"/>
        </pc:sldMkLst>
        <pc:spChg chg="mod">
          <ac:chgData name="Gupta, Sumit" userId="1897bf9b-0dd3-4194-b659-65bd26db6033" providerId="ADAL" clId="{5772E9CC-A2D7-4A18-9F3D-98CD1ADE6210}" dt="2026-07-24T04:48:25.970" v="2" actId="20577"/>
          <ac:spMkLst>
            <pc:docMk/>
            <pc:sldMk cId="2205980423" sldId="1906872569"/>
            <ac:spMk id="4" creationId="{00000000-0000-0000-0000-000000000000}"/>
          </ac:spMkLst>
        </pc:spChg>
      </pc:sldChg>
      <pc:sldChg chg="modSp add mod">
        <pc:chgData name="Gupta, Sumit" userId="1897bf9b-0dd3-4194-b659-65bd26db6033" providerId="ADAL" clId="{5772E9CC-A2D7-4A18-9F3D-98CD1ADE6210}" dt="2026-07-24T04:48:43.369" v="7" actId="20577"/>
        <pc:sldMkLst>
          <pc:docMk/>
          <pc:sldMk cId="3845603560" sldId="1906872570"/>
        </pc:sldMkLst>
        <pc:spChg chg="mod">
          <ac:chgData name="Gupta, Sumit" userId="1897bf9b-0dd3-4194-b659-65bd26db6033" providerId="ADAL" clId="{5772E9CC-A2D7-4A18-9F3D-98CD1ADE6210}" dt="2026-07-24T04:48:43.369" v="7" actId="20577"/>
          <ac:spMkLst>
            <pc:docMk/>
            <pc:sldMk cId="3845603560" sldId="1906872570"/>
            <ac:spMk id="4" creationId="{00000000-0000-0000-0000-000000000000}"/>
          </ac:spMkLst>
        </pc:spChg>
      </pc:sldChg>
      <pc:sldMasterChg chg="delSldLayout modSldLayout">
        <pc:chgData name="Gupta, Sumit" userId="1897bf9b-0dd3-4194-b659-65bd26db6033" providerId="ADAL" clId="{5772E9CC-A2D7-4A18-9F3D-98CD1ADE6210}" dt="2026-07-24T04:49:43.724" v="17"/>
        <pc:sldMasterMkLst>
          <pc:docMk/>
          <pc:sldMasterMk cId="3154538439" sldId="2147483660"/>
        </pc:sldMasterMkLst>
        <pc:sldLayoutChg chg="modSp">
          <pc:chgData name="Gupta, Sumit" userId="1897bf9b-0dd3-4194-b659-65bd26db6033" providerId="ADAL" clId="{5772E9CC-A2D7-4A18-9F3D-98CD1ADE6210}" dt="2026-07-24T04:49:43.724" v="17"/>
          <pc:sldLayoutMkLst>
            <pc:docMk/>
            <pc:sldMasterMk cId="3154538439" sldId="2147483660"/>
            <pc:sldLayoutMk cId="2368417819" sldId="2147483662"/>
          </pc:sldLayoutMkLst>
          <pc:spChg chg="mod">
            <ac:chgData name="Gupta, Sumit" userId="1897bf9b-0dd3-4194-b659-65bd26db6033" providerId="ADAL" clId="{5772E9CC-A2D7-4A18-9F3D-98CD1ADE6210}" dt="2026-07-24T04:49:43.724" v="17"/>
            <ac:spMkLst>
              <pc:docMk/>
              <pc:sldMasterMk cId="3154538439" sldId="2147483660"/>
              <pc:sldLayoutMk cId="2368417819" sldId="2147483662"/>
              <ac:spMk id="3" creationId="{1BFF566D-EEFC-0454-54B0-66CBAB8DA700}"/>
            </ac:spMkLst>
          </pc:spChg>
        </pc:sldLayoutChg>
        <pc:sldLayoutChg chg="addSp delSp modSp mod">
          <pc:chgData name="Gupta, Sumit" userId="1897bf9b-0dd3-4194-b659-65bd26db6033" providerId="ADAL" clId="{5772E9CC-A2D7-4A18-9F3D-98CD1ADE6210}" dt="2026-07-24T04:49:43.724" v="17"/>
          <pc:sldLayoutMkLst>
            <pc:docMk/>
            <pc:sldMasterMk cId="3154538439" sldId="2147483660"/>
            <pc:sldLayoutMk cId="726607555" sldId="2147483673"/>
          </pc:sldLayoutMkLst>
          <pc:spChg chg="mod">
            <ac:chgData name="Gupta, Sumit" userId="1897bf9b-0dd3-4194-b659-65bd26db6033" providerId="ADAL" clId="{5772E9CC-A2D7-4A18-9F3D-98CD1ADE6210}" dt="2026-07-24T04:49:43.724" v="17"/>
            <ac:spMkLst>
              <pc:docMk/>
              <pc:sldMasterMk cId="3154538439" sldId="2147483660"/>
              <pc:sldLayoutMk cId="726607555" sldId="2147483673"/>
              <ac:spMk id="2" creationId="{8F090878-FDCB-E32E-7E4D-4A1D113FA508}"/>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404694-B363-4D2F-9288-55810FEE4433}" type="datetimeFigureOut">
              <a:rPr lang="en-US" smtClean="0"/>
              <a:t>8/17/2026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F16013-F085-4538-9539-111F70D15278}" type="slidenum">
              <a:rPr lang="en-US" smtClean="0"/>
              <a:t>‹#›</a:t>
            </a:fld>
            <a:endParaRPr lang="en-US"/>
          </a:p>
        </p:txBody>
      </p:sp>
    </p:spTree>
    <p:extLst>
      <p:ext uri="{BB962C8B-B14F-4D97-AF65-F5344CB8AC3E}">
        <p14:creationId xmlns:p14="http://schemas.microsoft.com/office/powerpoint/2010/main" val="2560657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DigitalTwin.ai — Round 1 concept deck, Accenture Innovation Challenge 2026, problem statement 4. Team HipHipHooray.</a:t>
            </a:r>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8F681651-9904-804F-8355-78350773C1A7}" type="slidenum">
              <a:rPr kumimoji="0" lang="en-US" sz="1200" b="0" i="0" u="none" strike="noStrike" kern="1200" cap="none" spc="0" normalizeH="0" baseline="0" noProof="0" smtClean="0">
                <a:ln>
                  <a:noFill/>
                </a:ln>
                <a:solidFill>
                  <a:prstClr val="black"/>
                </a:solidFill>
                <a:effectLst/>
                <a:uLnTx/>
                <a:uFillTx/>
                <a:latin typeface="Graphik" panose="020B0503030202060203" pitchFamily="34" charset="77"/>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Graphik" panose="020B0503030202060203" pitchFamily="34" charset="77"/>
              <a:ea typeface="+mn-ea"/>
              <a:cs typeface="+mn-cs"/>
            </a:endParaRPr>
          </a:p>
        </p:txBody>
      </p:sp>
    </p:spTree>
    <p:extLst>
      <p:ext uri="{BB962C8B-B14F-4D97-AF65-F5344CB8AC3E}">
        <p14:creationId xmlns:p14="http://schemas.microsoft.com/office/powerpoint/2010/main" val="911263437"/>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members, both IIT Kharagpur, graduating 2027.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problems, taken straight from PS4's own wording. Each is demonstrated with a measured result rather than asserted. 106 = 106 is the hook: repairing the jammed station restored output; running it at double speed added nothing, because it was no longer the constraint.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pipelines, one per problem, tagged 'answers #1/#2/#3' so the mapping to the previous slide is explicit. Everything runs on signals the plant already emits. The twin advises; a person confirms; it never writes to line control.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is embedded and also linked. Provenance: we built the plant as well as the twin, so ground truth is known and held in files the detectors never read. Negative results are shown, not hidden.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jpe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3.png"/><Relationship Id="rId3" Type="http://schemas.openxmlformats.org/officeDocument/2006/relationships/image" Target="../media/image24.emf"/><Relationship Id="rId4"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5.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3.png"/><Relationship Id="rId3" Type="http://schemas.openxmlformats.org/officeDocument/2006/relationships/image" Target="../media/image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6.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6.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6.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7.sv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accenture" descr="accenture logo">
            <a:extLst>
              <a:ext uri="{FF2B5EF4-FFF2-40B4-BE49-F238E27FC236}">
                <a16:creationId xmlns:a16="http://schemas.microsoft.com/office/drawing/2014/main" id="{AC43ACC0-AD60-BDF4-2F68-94D9A9F04C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7605" y="757711"/>
            <a:ext cx="1243822" cy="353083"/>
          </a:xfrm>
          <a:prstGeom prst="rect">
            <a:avLst/>
          </a:prstGeom>
        </p:spPr>
      </p:pic>
      <p:sp>
        <p:nvSpPr>
          <p:cNvPr id="15" name="Title 1">
            <a:extLst>
              <a:ext uri="{FF2B5EF4-FFF2-40B4-BE49-F238E27FC236}">
                <a16:creationId xmlns:a16="http://schemas.microsoft.com/office/drawing/2014/main" id="{746E4763-F545-C94B-51CE-F4BC514CB5E2}"/>
              </a:ext>
            </a:extLst>
          </p:cNvPr>
          <p:cNvSpPr>
            <a:spLocks noGrp="1"/>
          </p:cNvSpPr>
          <p:nvPr>
            <p:ph type="title"/>
          </p:nvPr>
        </p:nvSpPr>
        <p:spPr>
          <a:xfrm>
            <a:off x="873001" y="3010442"/>
            <a:ext cx="6793920" cy="1329595"/>
          </a:xfrm>
          <a:prstGeom prst="rect">
            <a:avLst/>
          </a:prstGeom>
        </p:spPr>
        <p:txBody>
          <a:bodyPr anchor="b">
            <a:spAutoFit/>
          </a:bodyPr>
          <a:lstStyle>
            <a:lvl1pPr algn="l">
              <a:lnSpc>
                <a:spcPct val="90000"/>
              </a:lnSpc>
              <a:defRPr sz="4800" b="0">
                <a:solidFill>
                  <a:schemeClr val="tx1"/>
                </a:solidFill>
              </a:defRPr>
            </a:lvl1pPr>
          </a:lstStyle>
          <a:p>
            <a:r>
              <a:rPr lang="en-US"/>
              <a:t>Click to edit Master title style</a:t>
            </a:r>
          </a:p>
        </p:txBody>
      </p:sp>
      <p:sp>
        <p:nvSpPr>
          <p:cNvPr id="16" name="Subtitle 2">
            <a:extLst>
              <a:ext uri="{FF2B5EF4-FFF2-40B4-BE49-F238E27FC236}">
                <a16:creationId xmlns:a16="http://schemas.microsoft.com/office/drawing/2014/main" id="{BC002026-094D-D1B0-BDA1-62996F241354}"/>
              </a:ext>
            </a:extLst>
          </p:cNvPr>
          <p:cNvSpPr>
            <a:spLocks noGrp="1"/>
          </p:cNvSpPr>
          <p:nvPr>
            <p:ph type="subTitle" idx="1" hasCustomPrompt="1"/>
          </p:nvPr>
        </p:nvSpPr>
        <p:spPr>
          <a:xfrm>
            <a:off x="890622" y="4464059"/>
            <a:ext cx="6793920" cy="1092846"/>
          </a:xfrm>
          <a:prstGeom prst="rect">
            <a:avLst/>
          </a:prstGeom>
        </p:spPr>
        <p:txBody>
          <a:bodyPr/>
          <a:lstStyle>
            <a:lvl1pPr marL="0" indent="0" algn="l">
              <a:lnSpc>
                <a:spcPct val="90000"/>
              </a:lnSpc>
              <a:spcAft>
                <a:spcPts val="0"/>
              </a:spcAft>
              <a:buNone/>
              <a:defRPr sz="192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23" name="Text Placeholder 16">
            <a:extLst>
              <a:ext uri="{FF2B5EF4-FFF2-40B4-BE49-F238E27FC236}">
                <a16:creationId xmlns:a16="http://schemas.microsoft.com/office/drawing/2014/main" id="{36108AED-3E3E-1C9D-6AD6-AB28DC816233}"/>
              </a:ext>
            </a:extLst>
          </p:cNvPr>
          <p:cNvSpPr>
            <a:spLocks noGrp="1"/>
          </p:cNvSpPr>
          <p:nvPr>
            <p:ph type="body" sz="quarter" idx="15" hasCustomPrompt="1"/>
          </p:nvPr>
        </p:nvSpPr>
        <p:spPr>
          <a:xfrm>
            <a:off x="9681528" y="6124064"/>
            <a:ext cx="1832894" cy="196977"/>
          </a:xfrm>
          <a:prstGeom prst="rect">
            <a:avLst/>
          </a:prstGeom>
        </p:spPr>
        <p:txBody>
          <a:bodyPr wrap="square">
            <a:spAutoFit/>
          </a:bodyPr>
          <a:lstStyle>
            <a:lvl1pPr marL="0" indent="0" algn="r" defTabSz="731500" rtl="0" eaLnBrk="1" latinLnBrk="0" hangingPunct="1">
              <a:spcAft>
                <a:spcPts val="0"/>
              </a:spcAft>
              <a:buNone/>
              <a:defRPr lang="en-US" sz="1280" b="0" i="0" kern="1200" dirty="0">
                <a:solidFill>
                  <a:schemeClr val="tx1"/>
                </a:solidFill>
                <a:latin typeface="+mj-lt"/>
                <a:ea typeface="+mn-ea"/>
                <a:cs typeface="+mn-cs"/>
              </a:defRPr>
            </a:lvl1pPr>
            <a:lvl2pPr marL="0" algn="l" defTabSz="731500" rtl="0" eaLnBrk="1" latinLnBrk="0" hangingPunct="1">
              <a:spcAft>
                <a:spcPts val="0"/>
              </a:spcAft>
              <a:defRPr lang="en-US" sz="1120" b="0" kern="1200" dirty="0" smtClean="0">
                <a:solidFill>
                  <a:schemeClr val="tx1"/>
                </a:solidFill>
                <a:latin typeface="+mn-lt"/>
                <a:ea typeface="+mn-ea"/>
                <a:cs typeface="+mn-cs"/>
              </a:defRPr>
            </a:lvl2pPr>
            <a:lvl3pPr marL="0" algn="l" defTabSz="731500" rtl="0" eaLnBrk="1" latinLnBrk="0" hangingPunct="1">
              <a:spcAft>
                <a:spcPts val="0"/>
              </a:spcAft>
              <a:defRPr lang="en-US" sz="1120" b="0" kern="1200" dirty="0" smtClean="0">
                <a:solidFill>
                  <a:schemeClr val="tx1"/>
                </a:solidFill>
                <a:latin typeface="+mn-lt"/>
                <a:ea typeface="+mn-ea"/>
                <a:cs typeface="+mn-cs"/>
              </a:defRPr>
            </a:lvl3pPr>
            <a:lvl4pPr marL="0" algn="l" defTabSz="731500" rtl="0" eaLnBrk="1" latinLnBrk="0" hangingPunct="1">
              <a:spcAft>
                <a:spcPts val="0"/>
              </a:spcAft>
              <a:defRPr lang="en-US" sz="1120" b="0" kern="1200" dirty="0" smtClean="0">
                <a:solidFill>
                  <a:schemeClr val="tx1"/>
                </a:solidFill>
                <a:latin typeface="+mn-lt"/>
                <a:ea typeface="+mn-ea"/>
                <a:cs typeface="+mn-cs"/>
              </a:defRPr>
            </a:lvl4pPr>
            <a:lvl5pPr marL="0" algn="l" defTabSz="731500" rtl="0" eaLnBrk="1" latinLnBrk="0" hangingPunct="1">
              <a:spcAft>
                <a:spcPts val="0"/>
              </a:spcAft>
              <a:defRPr lang="en-US" sz="1120" b="0" kern="1200" dirty="0" smtClean="0">
                <a:solidFill>
                  <a:schemeClr val="tx1"/>
                </a:solidFill>
                <a:latin typeface="+mn-lt"/>
                <a:ea typeface="+mn-ea"/>
                <a:cs typeface="+mn-cs"/>
              </a:defRPr>
            </a:lvl5pPr>
          </a:lstStyle>
          <a:p>
            <a:pPr lvl="0"/>
            <a:r>
              <a:rPr lang="en-US"/>
              <a:t>MM.DD.YYYY</a:t>
            </a:r>
          </a:p>
        </p:txBody>
      </p:sp>
    </p:spTree>
    <p:extLst>
      <p:ext uri="{BB962C8B-B14F-4D97-AF65-F5344CB8AC3E}">
        <p14:creationId xmlns:p14="http://schemas.microsoft.com/office/powerpoint/2010/main" val="3980020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ext + spli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7839457" y="3"/>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7529" bIns="97529" rtlCol="0" anchor="ctr"/>
          <a:lstStyle/>
          <a:p>
            <a:pPr algn="ctr"/>
            <a:endParaRPr lang="en-US" sz="1919"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37455" y="572600"/>
            <a:ext cx="6757704" cy="433324"/>
          </a:xfrm>
        </p:spPr>
        <p:txBody>
          <a:bodyPr/>
          <a:lstStyle>
            <a:lvl1pPr>
              <a:defRPr sz="3520"/>
            </a:lvl1pPr>
          </a:lstStyle>
          <a:p>
            <a:r>
              <a:rPr lang="en-US"/>
              <a:t>Click to edit Master title style</a:t>
            </a:r>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9" y="2209172"/>
            <a:ext cx="6757703" cy="734934"/>
          </a:xfrm>
          <a:prstGeom prst="rect">
            <a:avLst/>
          </a:prstGeom>
        </p:spPr>
        <p:txBody>
          <a:bodyPr/>
          <a:lstStyle>
            <a:lvl1pPr>
              <a:defRPr lang="en-US" sz="1440" b="0" kern="1200" dirty="0" smtClean="0">
                <a:solidFill>
                  <a:schemeClr val="tx1"/>
                </a:solidFill>
                <a:latin typeface="+mn-lt"/>
                <a:ea typeface="+mn-ea"/>
                <a:cs typeface="+mn-cs"/>
              </a:defRPr>
            </a:lvl1pPr>
            <a:lvl2pPr>
              <a:defRPr lang="en-US" sz="112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9" y="1403018"/>
            <a:ext cx="6757703" cy="465875"/>
          </a:xfrm>
          <a:prstGeom prst="rect">
            <a:avLst/>
          </a:prstGeom>
        </p:spPr>
        <p:txBody>
          <a:bodyPr anchor="t"/>
          <a:lstStyle>
            <a:lvl1pPr marL="0" indent="0">
              <a:lnSpc>
                <a:spcPct val="90000"/>
              </a:lnSpc>
              <a:spcAft>
                <a:spcPts val="0"/>
              </a:spcAft>
              <a:buNone/>
              <a:defRPr sz="1920" b="0" i="0">
                <a:solidFill>
                  <a:schemeClr val="bg2"/>
                </a:solidFill>
                <a:latin typeface="+mn-lt"/>
              </a:defRPr>
            </a:lvl1pPr>
            <a:lvl2pPr marL="365752" indent="0">
              <a:buNone/>
              <a:defRPr sz="1600" b="1"/>
            </a:lvl2pPr>
            <a:lvl3pPr marL="731500" indent="0">
              <a:buNone/>
              <a:defRPr sz="1440" b="1"/>
            </a:lvl3pPr>
            <a:lvl4pPr marL="1097249" indent="0">
              <a:buNone/>
              <a:defRPr sz="1280" b="1"/>
            </a:lvl4pPr>
            <a:lvl5pPr marL="1462999" indent="0">
              <a:buNone/>
              <a:defRPr sz="1280" b="1"/>
            </a:lvl5pPr>
            <a:lvl6pPr marL="1828749" indent="0">
              <a:buNone/>
              <a:defRPr sz="1280" b="1"/>
            </a:lvl6pPr>
            <a:lvl7pPr marL="2194498" indent="0">
              <a:buNone/>
              <a:defRPr sz="1280" b="1"/>
            </a:lvl7pPr>
            <a:lvl8pPr marL="2560249" indent="0">
              <a:buNone/>
              <a:defRPr sz="1280" b="1"/>
            </a:lvl8pPr>
            <a:lvl9pPr marL="2925999" indent="0">
              <a:buNone/>
              <a:defRPr sz="1280" b="1"/>
            </a:lvl9pPr>
          </a:lstStyle>
          <a:p>
            <a:pPr lvl="0"/>
            <a:r>
              <a:rPr lang="en-US"/>
              <a:t>Text here</a:t>
            </a:r>
          </a:p>
        </p:txBody>
      </p:sp>
      <p:sp>
        <p:nvSpPr>
          <p:cNvPr id="3" name="copyright">
            <a:extLst>
              <a:ext uri="{FF2B5EF4-FFF2-40B4-BE49-F238E27FC236}">
                <a16:creationId xmlns:a16="http://schemas.microsoft.com/office/drawing/2014/main" id="{1BFF566D-EEFC-0454-54B0-66CBAB8DA700}"/>
              </a:ext>
            </a:extLst>
          </p:cNvPr>
          <p:cNvSpPr txBox="1"/>
          <p:nvPr userDrawn="1"/>
        </p:nvSpPr>
        <p:spPr>
          <a:xfrm>
            <a:off x="9495177" y="6442170"/>
            <a:ext cx="1934825" cy="98489"/>
          </a:xfrm>
          <a:prstGeom prst="rect">
            <a:avLst/>
          </a:prstGeom>
          <a:noFill/>
        </p:spPr>
        <p:txBody>
          <a:bodyPr wrap="none" lIns="0" tIns="0" rIns="0" bIns="0" rtlCol="0" anchor="ctr">
            <a:spAutoFit/>
          </a:bodyPr>
          <a:lstStyle/>
          <a:p>
            <a:pPr marL="0" marR="0" lvl="0" indent="0" algn="r" defTabSz="182874" rtl="0" eaLnBrk="1" fontAlgn="auto" latinLnBrk="0" hangingPunct="1">
              <a:lnSpc>
                <a:spcPct val="100000"/>
              </a:lnSpc>
              <a:spcBef>
                <a:spcPts val="0"/>
              </a:spcBef>
              <a:spcAft>
                <a:spcPts val="960"/>
              </a:spcAft>
              <a:buClrTx/>
              <a:buSzTx/>
              <a:buFontTx/>
              <a:buNone/>
              <a:tabLst/>
              <a:defRPr/>
            </a:pPr>
            <a:r>
              <a:rPr lang="en-US" sz="640" dirty="0">
                <a:solidFill>
                  <a:schemeClr val="bg1">
                    <a:lumMod val="85000"/>
                    <a:alpha val="75000"/>
                  </a:schemeClr>
                </a:solidFill>
                <a:latin typeface="Graphik" panose="020B0503030202060203" pitchFamily="34" charset="77"/>
              </a:rPr>
              <a:t>Copyright © 2026 Accenture. All rights reserved.</a:t>
            </a:r>
            <a:endParaRPr lang="en-US" sz="1081" noProof="0" dirty="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B0F19C31-6554-B271-0340-EE09C970123A}"/>
              </a:ext>
            </a:extLst>
          </p:cNvPr>
          <p:cNvSpPr txBox="1"/>
          <p:nvPr userDrawn="1"/>
        </p:nvSpPr>
        <p:spPr>
          <a:xfrm>
            <a:off x="11714824" y="6442170"/>
            <a:ext cx="96180" cy="98489"/>
          </a:xfrm>
          <a:prstGeom prst="rect">
            <a:avLst/>
          </a:prstGeom>
          <a:noFill/>
        </p:spPr>
        <p:txBody>
          <a:bodyPr wrap="none" lIns="0" tIns="0" rIns="0" bIns="0" rtlCol="0" anchor="ctr">
            <a:spAutoFit/>
          </a:bodyPr>
          <a:lstStyle/>
          <a:p>
            <a:pPr marL="0" marR="0" lvl="0" indent="0" algn="r" defTabSz="182874" rtl="0" eaLnBrk="1" fontAlgn="auto" latinLnBrk="0" hangingPunct="1">
              <a:lnSpc>
                <a:spcPct val="100000"/>
              </a:lnSpc>
              <a:spcBef>
                <a:spcPts val="0"/>
              </a:spcBef>
              <a:spcAft>
                <a:spcPts val="960"/>
              </a:spcAft>
              <a:buClrTx/>
              <a:buSzTx/>
              <a:buFontTx/>
              <a:buNone/>
              <a:tabLst/>
              <a:defRPr/>
            </a:pPr>
            <a:fld id="{8A1971D9-5B62-3C46-9EC9-FDAAB88557B2}" type="slidenum">
              <a:rPr lang="en-GB" sz="640" smtClean="0">
                <a:solidFill>
                  <a:schemeClr val="bg1">
                    <a:lumMod val="85000"/>
                    <a:alpha val="75000"/>
                  </a:schemeClr>
                </a:solidFill>
                <a:latin typeface="+mj-lt"/>
              </a:rPr>
              <a:pPr marL="0" marR="0" lvl="0" indent="0" algn="r" defTabSz="182874" rtl="0" eaLnBrk="1" fontAlgn="auto" latinLnBrk="0" hangingPunct="1">
                <a:lnSpc>
                  <a:spcPct val="100000"/>
                </a:lnSpc>
                <a:spcBef>
                  <a:spcPts val="0"/>
                </a:spcBef>
                <a:spcAft>
                  <a:spcPts val="960"/>
                </a:spcAft>
                <a:buClrTx/>
                <a:buSzTx/>
                <a:buFontTx/>
                <a:buNone/>
                <a:tabLst/>
                <a:defRPr/>
              </a:pPr>
              <a:t>‹#›</a:t>
            </a:fld>
            <a:endParaRPr lang="en-US" sz="1081" noProof="0">
              <a:solidFill>
                <a:schemeClr val="bg1">
                  <a:lumMod val="85000"/>
                  <a:alpha val="75000"/>
                </a:schemeClr>
              </a:solidFill>
              <a:latin typeface="+mj-lt"/>
            </a:endParaRPr>
          </a:p>
        </p:txBody>
      </p:sp>
    </p:spTree>
    <p:extLst>
      <p:ext uri="{BB962C8B-B14F-4D97-AF65-F5344CB8AC3E}">
        <p14:creationId xmlns:p14="http://schemas.microsoft.com/office/powerpoint/2010/main" val="2368417819"/>
      </p:ext>
    </p:extLst>
  </p:cSld>
  <p:clrMapOvr>
    <a:masterClrMapping/>
  </p:clrMapOvr>
  <p:extLst>
    <p:ext uri="{DCECCB84-F9BA-43D5-87BE-67443E8EF086}">
      <p15:sldGuideLst xmlns:p15="http://schemas.microsoft.com/office/powerpoint/2012/main">
        <p15:guide id="1" orient="horz" pos="377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Complex 1 - Light mode">
    <p:bg>
      <p:bgPr>
        <a:solidFill>
          <a:schemeClr val="tx1"/>
        </a:solidFill>
        <a:effectLst/>
      </p:bgPr>
    </p:bg>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1108" y="13879"/>
            <a:ext cx="12203108" cy="6857999"/>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95652" y="2335980"/>
            <a:ext cx="4850670" cy="2393347"/>
          </a:xfrm>
          <a:prstGeom prst="rect">
            <a:avLst/>
          </a:prstGeom>
        </p:spPr>
        <p:txBody>
          <a:bodyPr anchor="b"/>
          <a:lstStyle>
            <a:lvl1pPr algn="l">
              <a:lnSpc>
                <a:spcPct val="90000"/>
              </a:lnSpc>
              <a:defRPr sz="5760" spc="-80" baseline="0">
                <a:solidFill>
                  <a:schemeClr val="bg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595656" y="4880705"/>
            <a:ext cx="4850672" cy="1366998"/>
          </a:xfrm>
          <a:prstGeom prst="rect">
            <a:avLst/>
          </a:prstGeom>
        </p:spPr>
        <p:txBody>
          <a:bodyPr anchor="t"/>
          <a:lstStyle>
            <a:lvl1pPr marL="0" indent="0" algn="l">
              <a:lnSpc>
                <a:spcPct val="90000"/>
              </a:lnSpc>
              <a:spcAft>
                <a:spcPts val="0"/>
              </a:spcAft>
              <a:buNone/>
              <a:defRPr sz="2240" b="0" i="0" spc="0">
                <a:solidFill>
                  <a:schemeClr val="bg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Tree>
    <p:extLst>
      <p:ext uri="{BB962C8B-B14F-4D97-AF65-F5344CB8AC3E}">
        <p14:creationId xmlns:p14="http://schemas.microsoft.com/office/powerpoint/2010/main" val="220517314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Complex 1 - Light mode Simple">
    <p:bg>
      <p:bgPr>
        <a:solidFill>
          <a:schemeClr val="tx1"/>
        </a:solidFill>
        <a:effectLst/>
      </p:bgPr>
    </p:bg>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1108" y="0"/>
            <a:ext cx="6074968" cy="6871878"/>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6395567" y="3750135"/>
            <a:ext cx="3872092" cy="1108252"/>
          </a:xfrm>
          <a:prstGeom prst="rect">
            <a:avLst/>
          </a:prstGeom>
        </p:spPr>
        <p:txBody>
          <a:bodyPr anchor="b"/>
          <a:lstStyle>
            <a:lvl1pPr algn="l">
              <a:lnSpc>
                <a:spcPct val="90000"/>
              </a:lnSpc>
              <a:defRPr sz="4001" spc="-80" baseline="0">
                <a:solidFill>
                  <a:schemeClr val="bg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6395566" y="5092433"/>
            <a:ext cx="3872100" cy="1366998"/>
          </a:xfrm>
          <a:prstGeom prst="rect">
            <a:avLst/>
          </a:prstGeom>
        </p:spPr>
        <p:txBody>
          <a:bodyPr anchor="t"/>
          <a:lstStyle>
            <a:lvl1pPr marL="0" indent="0" algn="l">
              <a:lnSpc>
                <a:spcPct val="90000"/>
              </a:lnSpc>
              <a:spcAft>
                <a:spcPts val="0"/>
              </a:spcAft>
              <a:buNone/>
              <a:defRPr sz="2240" b="0" i="0" spc="0">
                <a:solidFill>
                  <a:schemeClr val="bg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cxnSp>
        <p:nvCxnSpPr>
          <p:cNvPr id="18" name="Straight Connector 17">
            <a:extLst>
              <a:ext uri="{FF2B5EF4-FFF2-40B4-BE49-F238E27FC236}">
                <a16:creationId xmlns:a16="http://schemas.microsoft.com/office/drawing/2014/main" id="{ADAC0B31-54E2-8C2A-B25C-0569D02C30D8}"/>
              </a:ext>
            </a:extLst>
          </p:cNvPr>
          <p:cNvCxnSpPr>
            <a:cxnSpLocks/>
          </p:cNvCxnSpPr>
          <p:nvPr userDrawn="1"/>
        </p:nvCxnSpPr>
        <p:spPr>
          <a:xfrm flipV="1">
            <a:off x="12030688" y="3"/>
            <a:ext cx="0" cy="686569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CCFC0719-4C3D-0203-D62D-760E4FAE139B}"/>
              </a:ext>
            </a:extLst>
          </p:cNvPr>
          <p:cNvSpPr/>
          <p:nvPr userDrawn="1"/>
        </p:nvSpPr>
        <p:spPr>
          <a:xfrm>
            <a:off x="10493837" y="4"/>
            <a:ext cx="1698166" cy="6871195"/>
          </a:xfrm>
          <a:prstGeom prst="rect">
            <a:avLst/>
          </a:prstGeom>
          <a:solidFill>
            <a:srgbClr val="7500C1"/>
          </a:solidFill>
          <a:ln>
            <a:noFill/>
          </a:ln>
        </p:spPr>
        <p:style>
          <a:lnRef idx="2">
            <a:schemeClr val="accent1">
              <a:shade val="50000"/>
            </a:schemeClr>
          </a:lnRef>
          <a:fillRef idx="1">
            <a:schemeClr val="accent1"/>
          </a:fillRef>
          <a:effectRef idx="0">
            <a:schemeClr val="accent1"/>
          </a:effectRef>
          <a:fontRef idx="minor">
            <a:schemeClr val="lt1"/>
          </a:fontRef>
        </p:style>
        <p:txBody>
          <a:bodyPr tIns="73147" bIns="73147" rtlCol="0" anchor="ctr"/>
          <a:lstStyle/>
          <a:p>
            <a:pPr algn="ctr"/>
            <a:endParaRPr lang="en-CR" sz="1316" err="1"/>
          </a:p>
        </p:txBody>
      </p:sp>
      <p:sp>
        <p:nvSpPr>
          <p:cNvPr id="10" name="Graphic 17">
            <a:extLst>
              <a:ext uri="{FF2B5EF4-FFF2-40B4-BE49-F238E27FC236}">
                <a16:creationId xmlns:a16="http://schemas.microsoft.com/office/drawing/2014/main" id="{E3871E5A-E0C3-B128-FC59-BD11547FEA55}"/>
              </a:ext>
            </a:extLst>
          </p:cNvPr>
          <p:cNvSpPr/>
          <p:nvPr userDrawn="1"/>
        </p:nvSpPr>
        <p:spPr>
          <a:xfrm>
            <a:off x="11005750" y="5422430"/>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1"/>
          </a:solidFill>
          <a:ln w="2062" cap="flat">
            <a:noFill/>
            <a:prstDash val="solid"/>
            <a:miter/>
          </a:ln>
        </p:spPr>
        <p:txBody>
          <a:bodyPr rtlCol="0" anchor="ctr"/>
          <a:lstStyle/>
          <a:p>
            <a:endParaRPr lang="en-CR" sz="1316"/>
          </a:p>
        </p:txBody>
      </p:sp>
    </p:spTree>
    <p:extLst>
      <p:ext uri="{BB962C8B-B14F-4D97-AF65-F5344CB8AC3E}">
        <p14:creationId xmlns:p14="http://schemas.microsoft.com/office/powerpoint/2010/main" val="7353097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Complex 1 - Light mode Complex">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CFC0719-4C3D-0203-D62D-760E4FAE139B}"/>
              </a:ext>
            </a:extLst>
          </p:cNvPr>
          <p:cNvSpPr/>
          <p:nvPr userDrawn="1"/>
        </p:nvSpPr>
        <p:spPr>
          <a:xfrm>
            <a:off x="9927452" y="2976340"/>
            <a:ext cx="2264549" cy="3894855"/>
          </a:xfrm>
          <a:prstGeom prst="rect">
            <a:avLst/>
          </a:prstGeom>
          <a:solidFill>
            <a:srgbClr val="7500C1"/>
          </a:solidFill>
          <a:ln>
            <a:noFill/>
          </a:ln>
        </p:spPr>
        <p:style>
          <a:lnRef idx="2">
            <a:schemeClr val="accent1">
              <a:shade val="50000"/>
            </a:schemeClr>
          </a:lnRef>
          <a:fillRef idx="1">
            <a:schemeClr val="accent1"/>
          </a:fillRef>
          <a:effectRef idx="0">
            <a:schemeClr val="accent1"/>
          </a:effectRef>
          <a:fontRef idx="minor">
            <a:schemeClr val="lt1"/>
          </a:fontRef>
        </p:style>
        <p:txBody>
          <a:bodyPr tIns="73147" bIns="73147" rtlCol="0" anchor="ctr"/>
          <a:lstStyle/>
          <a:p>
            <a:pPr algn="ctr"/>
            <a:endParaRPr lang="en-CR" sz="1316" err="1"/>
          </a:p>
        </p:txBody>
      </p:sp>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 y="2976341"/>
            <a:ext cx="6772251" cy="3894854"/>
          </a:xfrm>
          <a:solidFill>
            <a:schemeClr val="tx1">
              <a:lumMod val="95000"/>
            </a:schemeClr>
          </a:solidFill>
        </p:spPr>
        <p:txBody>
          <a:bodyPr/>
          <a:lstStyle/>
          <a:p>
            <a:endParaRPr lang="en-US"/>
          </a:p>
        </p:txBody>
      </p:sp>
      <p:sp>
        <p:nvSpPr>
          <p:cNvPr id="3" name="Picture Placeholder 34">
            <a:extLst>
              <a:ext uri="{FF2B5EF4-FFF2-40B4-BE49-F238E27FC236}">
                <a16:creationId xmlns:a16="http://schemas.microsoft.com/office/drawing/2014/main" id="{5E4FE031-9091-8938-4EDF-260DFEFB13CE}"/>
              </a:ext>
            </a:extLst>
          </p:cNvPr>
          <p:cNvSpPr>
            <a:spLocks noGrp="1"/>
          </p:cNvSpPr>
          <p:nvPr>
            <p:ph type="pic" sz="quarter" idx="11"/>
          </p:nvPr>
        </p:nvSpPr>
        <p:spPr>
          <a:xfrm>
            <a:off x="6772250" y="6121"/>
            <a:ext cx="5419750" cy="2970214"/>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46982" y="1073592"/>
            <a:ext cx="5521659" cy="1329595"/>
          </a:xfrm>
          <a:prstGeom prst="rect">
            <a:avLst/>
          </a:prstGeom>
        </p:spPr>
        <p:txBody>
          <a:bodyPr anchor="b"/>
          <a:lstStyle>
            <a:lvl1pPr algn="l">
              <a:lnSpc>
                <a:spcPct val="90000"/>
              </a:lnSpc>
              <a:defRPr sz="4800" spc="-80" baseline="0">
                <a:solidFill>
                  <a:schemeClr val="bg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7211686" y="3954223"/>
            <a:ext cx="2264549" cy="2305712"/>
          </a:xfrm>
          <a:prstGeom prst="rect">
            <a:avLst/>
          </a:prstGeom>
        </p:spPr>
        <p:txBody>
          <a:bodyPr anchor="t"/>
          <a:lstStyle>
            <a:lvl1pPr marL="0" indent="0" algn="l">
              <a:lnSpc>
                <a:spcPct val="90000"/>
              </a:lnSpc>
              <a:spcAft>
                <a:spcPts val="0"/>
              </a:spcAft>
              <a:buNone/>
              <a:defRPr sz="2240" b="0" i="0" spc="0">
                <a:solidFill>
                  <a:schemeClr val="bg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
        <p:nvSpPr>
          <p:cNvPr id="4" name="Graphic 17">
            <a:extLst>
              <a:ext uri="{FF2B5EF4-FFF2-40B4-BE49-F238E27FC236}">
                <a16:creationId xmlns:a16="http://schemas.microsoft.com/office/drawing/2014/main" id="{004BC2F2-E3DC-5CB3-0900-931F6D847B7E}"/>
              </a:ext>
            </a:extLst>
          </p:cNvPr>
          <p:cNvSpPr/>
          <p:nvPr userDrawn="1"/>
        </p:nvSpPr>
        <p:spPr>
          <a:xfrm>
            <a:off x="10787697" y="4602862"/>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1"/>
          </a:solidFill>
          <a:ln w="2062" cap="flat">
            <a:noFill/>
            <a:prstDash val="solid"/>
            <a:miter/>
          </a:ln>
        </p:spPr>
        <p:txBody>
          <a:bodyPr rtlCol="0" anchor="ctr"/>
          <a:lstStyle/>
          <a:p>
            <a:endParaRPr lang="en-CR" sz="1316"/>
          </a:p>
        </p:txBody>
      </p:sp>
    </p:spTree>
    <p:extLst>
      <p:ext uri="{BB962C8B-B14F-4D97-AF65-F5344CB8AC3E}">
        <p14:creationId xmlns:p14="http://schemas.microsoft.com/office/powerpoint/2010/main" val="20999142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Complex 1 - Gradient mode Simple">
    <p:bg>
      <p:bgPr>
        <a:solidFill>
          <a:schemeClr val="tx1"/>
        </a:solidFill>
        <a:effectLst/>
      </p:bgPr>
    </p:bg>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 y="-1754"/>
            <a:ext cx="6235504" cy="6858000"/>
          </a:xfrm>
          <a:solidFill>
            <a:schemeClr val="tx1">
              <a:lumMod val="95000"/>
            </a:schemeClr>
          </a:solidFill>
        </p:spPr>
        <p:txBody>
          <a:bodyPr/>
          <a:lstStyle/>
          <a:p>
            <a:endParaRPr lang="en-US"/>
          </a:p>
        </p:txBody>
      </p:sp>
      <p:pic>
        <p:nvPicPr>
          <p:cNvPr id="2" name="Picture 1">
            <a:extLst>
              <a:ext uri="{FF2B5EF4-FFF2-40B4-BE49-F238E27FC236}">
                <a16:creationId xmlns:a16="http://schemas.microsoft.com/office/drawing/2014/main" id="{B8358CE2-3010-CD39-B174-C1F97F920244}"/>
              </a:ext>
            </a:extLst>
          </p:cNvPr>
          <p:cNvPicPr>
            <a:picLocks noChangeAspect="1"/>
          </p:cNvPicPr>
          <p:nvPr userDrawn="1"/>
        </p:nvPicPr>
        <p:blipFill>
          <a:blip r:embed="rId2"/>
          <a:stretch>
            <a:fillRect/>
          </a:stretch>
        </p:blipFill>
        <p:spPr>
          <a:xfrm>
            <a:off x="6235506" y="3"/>
            <a:ext cx="4439498" cy="6858000"/>
          </a:xfrm>
          <a:prstGeom prst="rect">
            <a:avLst/>
          </a:prstGeom>
        </p:spPr>
      </p:pic>
      <p:sp>
        <p:nvSpPr>
          <p:cNvPr id="10" name="Graphic 17">
            <a:extLst>
              <a:ext uri="{FF2B5EF4-FFF2-40B4-BE49-F238E27FC236}">
                <a16:creationId xmlns:a16="http://schemas.microsoft.com/office/drawing/2014/main" id="{E3871E5A-E0C3-B128-FC59-BD11547FEA55}"/>
              </a:ext>
            </a:extLst>
          </p:cNvPr>
          <p:cNvSpPr/>
          <p:nvPr userDrawn="1"/>
        </p:nvSpPr>
        <p:spPr>
          <a:xfrm>
            <a:off x="11156826" y="5684823"/>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2"/>
          </a:solidFill>
          <a:ln w="2062" cap="flat">
            <a:noFill/>
            <a:prstDash val="solid"/>
            <a:miter/>
          </a:ln>
        </p:spPr>
        <p:txBody>
          <a:bodyPr rtlCol="0" anchor="ctr"/>
          <a:lstStyle/>
          <a:p>
            <a:endParaRPr lang="en-CR" sz="1316"/>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6607817" y="3733230"/>
            <a:ext cx="3919968" cy="1108252"/>
          </a:xfrm>
          <a:prstGeom prst="rect">
            <a:avLst/>
          </a:prstGeom>
        </p:spPr>
        <p:txBody>
          <a:bodyPr anchor="b"/>
          <a:lstStyle>
            <a:lvl1pPr algn="l">
              <a:lnSpc>
                <a:spcPct val="90000"/>
              </a:lnSpc>
              <a:defRPr sz="4001" spc="-80" baseline="0">
                <a:solidFill>
                  <a:schemeClr val="tx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6607817" y="5065162"/>
            <a:ext cx="3919968" cy="1366998"/>
          </a:xfrm>
          <a:prstGeom prst="rect">
            <a:avLst/>
          </a:prstGeom>
        </p:spPr>
        <p:txBody>
          <a:bodyPr anchor="t"/>
          <a:lstStyle>
            <a:lvl1pPr marL="0" indent="0" algn="l">
              <a:lnSpc>
                <a:spcPct val="90000"/>
              </a:lnSpc>
              <a:spcAft>
                <a:spcPts val="0"/>
              </a:spcAft>
              <a:buNone/>
              <a:defRPr sz="224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Tree>
    <p:extLst>
      <p:ext uri="{BB962C8B-B14F-4D97-AF65-F5344CB8AC3E}">
        <p14:creationId xmlns:p14="http://schemas.microsoft.com/office/powerpoint/2010/main" val="37775087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_Complex 1 - Gradient mode Complex">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2A9A34-82D5-6262-D129-D306B6F55F87}"/>
              </a:ext>
            </a:extLst>
          </p:cNvPr>
          <p:cNvPicPr>
            <a:picLocks noChangeAspect="1"/>
          </p:cNvPicPr>
          <p:nvPr userDrawn="1"/>
        </p:nvPicPr>
        <p:blipFill>
          <a:blip r:embed="rId2"/>
          <a:stretch>
            <a:fillRect/>
          </a:stretch>
        </p:blipFill>
        <p:spPr>
          <a:xfrm>
            <a:off x="6640031" y="2976069"/>
            <a:ext cx="3298274" cy="3889624"/>
          </a:xfrm>
          <a:prstGeom prst="rect">
            <a:avLst/>
          </a:prstGeom>
        </p:spPr>
      </p:pic>
      <p:pic>
        <p:nvPicPr>
          <p:cNvPr id="2" name="Picture 1">
            <a:extLst>
              <a:ext uri="{FF2B5EF4-FFF2-40B4-BE49-F238E27FC236}">
                <a16:creationId xmlns:a16="http://schemas.microsoft.com/office/drawing/2014/main" id="{F475C44C-8B0B-A1AE-ABDF-0F7C1DE84439}"/>
              </a:ext>
            </a:extLst>
          </p:cNvPr>
          <p:cNvPicPr>
            <a:picLocks noChangeAspect="1"/>
          </p:cNvPicPr>
          <p:nvPr userDrawn="1"/>
        </p:nvPicPr>
        <p:blipFill>
          <a:blip r:embed="rId3"/>
          <a:stretch>
            <a:fillRect/>
          </a:stretch>
        </p:blipFill>
        <p:spPr>
          <a:xfrm>
            <a:off x="-11543" y="-4090"/>
            <a:ext cx="6782996" cy="2980159"/>
          </a:xfrm>
          <a:prstGeom prst="rect">
            <a:avLst/>
          </a:prstGeom>
        </p:spPr>
      </p:pic>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0" y="2976340"/>
            <a:ext cx="6761155" cy="3889353"/>
          </a:xfrm>
          <a:solidFill>
            <a:schemeClr val="tx1">
              <a:lumMod val="95000"/>
            </a:schemeClr>
          </a:solidFill>
        </p:spPr>
        <p:txBody>
          <a:bodyPr/>
          <a:lstStyle/>
          <a:p>
            <a:endParaRPr lang="en-US"/>
          </a:p>
        </p:txBody>
      </p:sp>
      <p:sp>
        <p:nvSpPr>
          <p:cNvPr id="3" name="Picture Placeholder 34">
            <a:extLst>
              <a:ext uri="{FF2B5EF4-FFF2-40B4-BE49-F238E27FC236}">
                <a16:creationId xmlns:a16="http://schemas.microsoft.com/office/drawing/2014/main" id="{5E4FE031-9091-8938-4EDF-260DFEFB13CE}"/>
              </a:ext>
            </a:extLst>
          </p:cNvPr>
          <p:cNvSpPr>
            <a:spLocks noGrp="1"/>
          </p:cNvSpPr>
          <p:nvPr>
            <p:ph type="pic" sz="quarter" idx="11"/>
          </p:nvPr>
        </p:nvSpPr>
        <p:spPr>
          <a:xfrm>
            <a:off x="6761156" y="-4090"/>
            <a:ext cx="5430845" cy="2980426"/>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46982" y="1073592"/>
            <a:ext cx="5521659" cy="1329595"/>
          </a:xfrm>
          <a:prstGeom prst="rect">
            <a:avLst/>
          </a:prstGeom>
        </p:spPr>
        <p:txBody>
          <a:bodyPr anchor="b"/>
          <a:lstStyle>
            <a:lvl1pPr algn="l">
              <a:lnSpc>
                <a:spcPct val="90000"/>
              </a:lnSpc>
              <a:defRPr sz="4800" spc="-80" baseline="0">
                <a:solidFill>
                  <a:schemeClr val="tx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7201931" y="3954223"/>
            <a:ext cx="2264549" cy="2173028"/>
          </a:xfrm>
          <a:prstGeom prst="rect">
            <a:avLst/>
          </a:prstGeom>
        </p:spPr>
        <p:txBody>
          <a:bodyPr anchor="t"/>
          <a:lstStyle>
            <a:lvl1pPr marL="0" indent="0" algn="l">
              <a:lnSpc>
                <a:spcPct val="90000"/>
              </a:lnSpc>
              <a:spcAft>
                <a:spcPts val="0"/>
              </a:spcAft>
              <a:buNone/>
              <a:defRPr sz="224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
        <p:nvSpPr>
          <p:cNvPr id="10" name="Graphic 17">
            <a:extLst>
              <a:ext uri="{FF2B5EF4-FFF2-40B4-BE49-F238E27FC236}">
                <a16:creationId xmlns:a16="http://schemas.microsoft.com/office/drawing/2014/main" id="{E3871E5A-E0C3-B128-FC59-BD11547FEA55}"/>
              </a:ext>
            </a:extLst>
          </p:cNvPr>
          <p:cNvSpPr/>
          <p:nvPr userDrawn="1"/>
        </p:nvSpPr>
        <p:spPr>
          <a:xfrm>
            <a:off x="10787697" y="4593205"/>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2"/>
          </a:solidFill>
          <a:ln w="2062" cap="flat">
            <a:noFill/>
            <a:prstDash val="solid"/>
            <a:miter/>
          </a:ln>
        </p:spPr>
        <p:txBody>
          <a:bodyPr rtlCol="0" anchor="ctr"/>
          <a:lstStyle/>
          <a:p>
            <a:endParaRPr lang="en-CR" sz="1316"/>
          </a:p>
        </p:txBody>
      </p:sp>
    </p:spTree>
    <p:extLst>
      <p:ext uri="{BB962C8B-B14F-4D97-AF65-F5344CB8AC3E}">
        <p14:creationId xmlns:p14="http://schemas.microsoft.com/office/powerpoint/2010/main" val="14313596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6_Complex 1 - Gradient mode Complex">
    <p:bg>
      <p:bgPr>
        <a:solidFill>
          <a:schemeClr val="tx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B764AF4-DC76-040F-7F3B-393C800CFFE6}"/>
              </a:ext>
            </a:extLst>
          </p:cNvPr>
          <p:cNvSpPr/>
          <p:nvPr userDrawn="1"/>
        </p:nvSpPr>
        <p:spPr>
          <a:xfrm>
            <a:off x="6730950" y="2976067"/>
            <a:ext cx="3207355" cy="3881932"/>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7536" bIns="97536" rtlCol="0" anchor="ctr"/>
          <a:lstStyle/>
          <a:p>
            <a:pPr algn="ctr"/>
            <a:endParaRPr lang="en-US" sz="2339" err="1"/>
          </a:p>
        </p:txBody>
      </p:sp>
      <p:sp>
        <p:nvSpPr>
          <p:cNvPr id="5" name="Rectangle 4">
            <a:extLst>
              <a:ext uri="{FF2B5EF4-FFF2-40B4-BE49-F238E27FC236}">
                <a16:creationId xmlns:a16="http://schemas.microsoft.com/office/drawing/2014/main" id="{BC813D5C-B200-03E1-0309-707A457AA933}"/>
              </a:ext>
            </a:extLst>
          </p:cNvPr>
          <p:cNvSpPr/>
          <p:nvPr userDrawn="1"/>
        </p:nvSpPr>
        <p:spPr>
          <a:xfrm>
            <a:off x="0" y="1"/>
            <a:ext cx="6771453" cy="297459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7536" bIns="97536" rtlCol="0" anchor="ctr"/>
          <a:lstStyle/>
          <a:p>
            <a:pPr algn="ctr"/>
            <a:endParaRPr lang="en-US" sz="2339" err="1"/>
          </a:p>
        </p:txBody>
      </p:sp>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21034" y="2976341"/>
            <a:ext cx="6740122" cy="3875539"/>
          </a:xfrm>
          <a:solidFill>
            <a:schemeClr val="tx1">
              <a:lumMod val="95000"/>
            </a:schemeClr>
          </a:solidFill>
        </p:spPr>
        <p:txBody>
          <a:bodyPr/>
          <a:lstStyle/>
          <a:p>
            <a:endParaRPr lang="en-US"/>
          </a:p>
        </p:txBody>
      </p:sp>
      <p:sp>
        <p:nvSpPr>
          <p:cNvPr id="3" name="Picture Placeholder 34">
            <a:extLst>
              <a:ext uri="{FF2B5EF4-FFF2-40B4-BE49-F238E27FC236}">
                <a16:creationId xmlns:a16="http://schemas.microsoft.com/office/drawing/2014/main" id="{5E4FE031-9091-8938-4EDF-260DFEFB13CE}"/>
              </a:ext>
            </a:extLst>
          </p:cNvPr>
          <p:cNvSpPr>
            <a:spLocks noGrp="1"/>
          </p:cNvSpPr>
          <p:nvPr>
            <p:ph type="pic" sz="quarter" idx="11"/>
          </p:nvPr>
        </p:nvSpPr>
        <p:spPr>
          <a:xfrm>
            <a:off x="6772250" y="6121"/>
            <a:ext cx="5398719" cy="2970214"/>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46982" y="1073592"/>
            <a:ext cx="5521659" cy="1329595"/>
          </a:xfrm>
          <a:prstGeom prst="rect">
            <a:avLst/>
          </a:prstGeom>
        </p:spPr>
        <p:txBody>
          <a:bodyPr anchor="b"/>
          <a:lstStyle>
            <a:lvl1pPr algn="l">
              <a:lnSpc>
                <a:spcPct val="90000"/>
              </a:lnSpc>
              <a:defRPr sz="4800" spc="-80" baseline="0">
                <a:solidFill>
                  <a:schemeClr val="tx1"/>
                </a:solidFill>
              </a:defRPr>
            </a:lvl1pPr>
          </a:lstStyle>
          <a:p>
            <a:r>
              <a:rPr lang="en-US"/>
              <a:t>Moment/ Topic </a:t>
            </a:r>
            <a:br>
              <a:rPr lang="en-US"/>
            </a:br>
            <a:r>
              <a:rPr lang="en-US"/>
              <a:t>goes here </a:t>
            </a:r>
          </a:p>
        </p:txBody>
      </p:sp>
      <p:sp>
        <p:nvSpPr>
          <p:cNvPr id="10" name="Graphic 17">
            <a:extLst>
              <a:ext uri="{FF2B5EF4-FFF2-40B4-BE49-F238E27FC236}">
                <a16:creationId xmlns:a16="http://schemas.microsoft.com/office/drawing/2014/main" id="{E3871E5A-E0C3-B128-FC59-BD11547FEA55}"/>
              </a:ext>
            </a:extLst>
          </p:cNvPr>
          <p:cNvSpPr/>
          <p:nvPr userDrawn="1"/>
        </p:nvSpPr>
        <p:spPr>
          <a:xfrm>
            <a:off x="10787697" y="4593205"/>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2"/>
          </a:solidFill>
          <a:ln w="2062" cap="flat">
            <a:noFill/>
            <a:prstDash val="solid"/>
            <a:miter/>
          </a:ln>
        </p:spPr>
        <p:txBody>
          <a:bodyPr rtlCol="0" anchor="ctr"/>
          <a:lstStyle/>
          <a:p>
            <a:endParaRPr lang="en-CR" sz="1316"/>
          </a:p>
        </p:txBody>
      </p:sp>
      <p:sp>
        <p:nvSpPr>
          <p:cNvPr id="2" name="Subtitle 2">
            <a:extLst>
              <a:ext uri="{FF2B5EF4-FFF2-40B4-BE49-F238E27FC236}">
                <a16:creationId xmlns:a16="http://schemas.microsoft.com/office/drawing/2014/main" id="{54F08984-5A5F-2074-4481-4456FF813168}"/>
              </a:ext>
            </a:extLst>
          </p:cNvPr>
          <p:cNvSpPr>
            <a:spLocks noGrp="1"/>
          </p:cNvSpPr>
          <p:nvPr>
            <p:ph type="subTitle" idx="1" hasCustomPrompt="1"/>
          </p:nvPr>
        </p:nvSpPr>
        <p:spPr>
          <a:xfrm>
            <a:off x="7201931" y="3954223"/>
            <a:ext cx="2264549" cy="2173028"/>
          </a:xfrm>
          <a:prstGeom prst="rect">
            <a:avLst/>
          </a:prstGeom>
        </p:spPr>
        <p:txBody>
          <a:bodyPr anchor="t"/>
          <a:lstStyle>
            <a:lvl1pPr marL="0" indent="0" algn="l">
              <a:lnSpc>
                <a:spcPct val="90000"/>
              </a:lnSpc>
              <a:spcAft>
                <a:spcPts val="0"/>
              </a:spcAft>
              <a:buNone/>
              <a:defRPr sz="224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Tree>
    <p:extLst>
      <p:ext uri="{BB962C8B-B14F-4D97-AF65-F5344CB8AC3E}">
        <p14:creationId xmlns:p14="http://schemas.microsoft.com/office/powerpoint/2010/main" val="4860074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Salutation: gradient">
    <p:bg>
      <p:bgPr>
        <a:solidFill>
          <a:schemeClr val="accent2"/>
        </a:solidFill>
        <a:effectLst/>
      </p:bgPr>
    </p:bg>
    <p:spTree>
      <p:nvGrpSpPr>
        <p:cNvPr id="1" name=""/>
        <p:cNvGrpSpPr/>
        <p:nvPr/>
      </p:nvGrpSpPr>
      <p:grpSpPr>
        <a:xfrm>
          <a:off x="0" y="0"/>
          <a:ext cx="0" cy="0"/>
          <a:chOff x="0" y="0"/>
          <a:chExt cx="0" cy="0"/>
        </a:xfrm>
      </p:grpSpPr>
      <p:pic>
        <p:nvPicPr>
          <p:cNvPr id="9" name="Picture 8" descr="A purple and black background&#10;&#10;AI-generated content may be incorrect.">
            <a:extLst>
              <a:ext uri="{FF2B5EF4-FFF2-40B4-BE49-F238E27FC236}">
                <a16:creationId xmlns:a16="http://schemas.microsoft.com/office/drawing/2014/main" id="{1E54F49D-2B2F-7CDD-DC94-B6FF9A694BD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7000" y="-2667000"/>
            <a:ext cx="6858000" cy="12192000"/>
          </a:xfrm>
          <a:prstGeom prst="rect">
            <a:avLst/>
          </a:prstGeom>
        </p:spPr>
      </p:pic>
      <p:sp>
        <p:nvSpPr>
          <p:cNvPr id="2" name="copyright">
            <a:extLst>
              <a:ext uri="{FF2B5EF4-FFF2-40B4-BE49-F238E27FC236}">
                <a16:creationId xmlns:a16="http://schemas.microsoft.com/office/drawing/2014/main" id="{8F090878-FDCB-E32E-7E4D-4A1D113FA50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US" sz="800" dirty="0">
                <a:solidFill>
                  <a:schemeClr val="tx1">
                    <a:lumMod val="85000"/>
                    <a:alpha val="75000"/>
                  </a:schemeClr>
                </a:solidFill>
                <a:latin typeface="Graphik" panose="020B0503030202060203" pitchFamily="34" charset="77"/>
              </a:rPr>
              <a:t>Copyright © 2026 Accenture. All rights reserved.</a:t>
            </a:r>
            <a:endParaRPr lang="en-US" sz="1351" noProof="0" dirty="0">
              <a:solidFill>
                <a:schemeClr val="tx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DD78C6E-A2CA-C7D3-D53E-97A08AAAEAD8}"/>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
        <p:nvSpPr>
          <p:cNvPr id="8" name="Title 1">
            <a:extLst>
              <a:ext uri="{FF2B5EF4-FFF2-40B4-BE49-F238E27FC236}">
                <a16:creationId xmlns:a16="http://schemas.microsoft.com/office/drawing/2014/main" id="{4772D35A-1963-BF72-AA80-2201D2B0173F}"/>
              </a:ext>
            </a:extLst>
          </p:cNvPr>
          <p:cNvSpPr>
            <a:spLocks noGrp="1"/>
          </p:cNvSpPr>
          <p:nvPr>
            <p:ph type="title"/>
          </p:nvPr>
        </p:nvSpPr>
        <p:spPr>
          <a:xfrm>
            <a:off x="1191348" y="3429000"/>
            <a:ext cx="6046527" cy="984885"/>
          </a:xfrm>
          <a:prstGeom prst="rect">
            <a:avLst/>
          </a:prstGeom>
        </p:spPr>
        <p:txBody>
          <a:bodyPr wrap="none" anchor="ctr"/>
          <a:lstStyle>
            <a:lvl1pPr algn="l">
              <a:defRPr sz="8000">
                <a:solidFill>
                  <a:schemeClr val="tx1"/>
                </a:solidFill>
              </a:defRPr>
            </a:lvl1pPr>
          </a:lstStyle>
          <a:p>
            <a:r>
              <a:rPr lang="en-US"/>
              <a:t>Click to edit Master title style</a:t>
            </a:r>
          </a:p>
        </p:txBody>
      </p:sp>
      <p:sp>
        <p:nvSpPr>
          <p:cNvPr id="10" name="GTS_WH">
            <a:extLst>
              <a:ext uri="{FF2B5EF4-FFF2-40B4-BE49-F238E27FC236}">
                <a16:creationId xmlns:a16="http://schemas.microsoft.com/office/drawing/2014/main" id="{79093C77-020A-31D2-4F4F-DA77DEFA8E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7266075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genda option 4">
    <p:bg>
      <p:bgPr>
        <a:solidFill>
          <a:schemeClr val="bg1"/>
        </a:solidFill>
        <a:effectLst/>
      </p:bgPr>
    </p:bg>
    <p:spTree>
      <p:nvGrpSpPr>
        <p:cNvPr id="1" name=""/>
        <p:cNvGrpSpPr/>
        <p:nvPr/>
      </p:nvGrpSpPr>
      <p:grpSpPr>
        <a:xfrm>
          <a:off x="0" y="0"/>
          <a:ext cx="0" cy="0"/>
          <a:chOff x="0" y="0"/>
          <a:chExt cx="0" cy="0"/>
        </a:xfrm>
      </p:grpSpPr>
      <p:sp>
        <p:nvSpPr>
          <p:cNvPr id="72" name="Text Placeholder 44">
            <a:extLst>
              <a:ext uri="{FF2B5EF4-FFF2-40B4-BE49-F238E27FC236}">
                <a16:creationId xmlns:a16="http://schemas.microsoft.com/office/drawing/2014/main" id="{FDE571CC-167D-47E3-8000-11E1185523A8}"/>
              </a:ext>
            </a:extLst>
          </p:cNvPr>
          <p:cNvSpPr>
            <a:spLocks noGrp="1"/>
          </p:cNvSpPr>
          <p:nvPr>
            <p:ph type="body" sz="quarter" idx="34" hasCustomPrompt="1"/>
          </p:nvPr>
        </p:nvSpPr>
        <p:spPr>
          <a:xfrm>
            <a:off x="5410716" y="3580468"/>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3" name="Text Placeholder 44">
            <a:extLst>
              <a:ext uri="{FF2B5EF4-FFF2-40B4-BE49-F238E27FC236}">
                <a16:creationId xmlns:a16="http://schemas.microsoft.com/office/drawing/2014/main" id="{67D8E360-3B8E-42E3-A131-BBB8259C20D9}"/>
              </a:ext>
            </a:extLst>
          </p:cNvPr>
          <p:cNvSpPr>
            <a:spLocks noGrp="1"/>
          </p:cNvSpPr>
          <p:nvPr>
            <p:ph type="body" sz="quarter" idx="35" hasCustomPrompt="1"/>
          </p:nvPr>
        </p:nvSpPr>
        <p:spPr>
          <a:xfrm>
            <a:off x="7824549" y="3583562"/>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4" name="Text Placeholder 44">
            <a:extLst>
              <a:ext uri="{FF2B5EF4-FFF2-40B4-BE49-F238E27FC236}">
                <a16:creationId xmlns:a16="http://schemas.microsoft.com/office/drawing/2014/main" id="{95023161-89C9-4A6B-93C9-5CCEA219CEE8}"/>
              </a:ext>
            </a:extLst>
          </p:cNvPr>
          <p:cNvSpPr>
            <a:spLocks noGrp="1"/>
          </p:cNvSpPr>
          <p:nvPr>
            <p:ph type="body" sz="quarter" idx="36" hasCustomPrompt="1"/>
          </p:nvPr>
        </p:nvSpPr>
        <p:spPr>
          <a:xfrm>
            <a:off x="10238384" y="3588203"/>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7" name="Text Placeholder 44">
            <a:extLst>
              <a:ext uri="{FF2B5EF4-FFF2-40B4-BE49-F238E27FC236}">
                <a16:creationId xmlns:a16="http://schemas.microsoft.com/office/drawing/2014/main" id="{3D1567CD-545E-4481-AA52-EAB26F307DE5}"/>
              </a:ext>
            </a:extLst>
          </p:cNvPr>
          <p:cNvSpPr>
            <a:spLocks noGrp="1"/>
          </p:cNvSpPr>
          <p:nvPr>
            <p:ph type="body" sz="quarter" idx="44" hasCustomPrompt="1"/>
          </p:nvPr>
        </p:nvSpPr>
        <p:spPr>
          <a:xfrm>
            <a:off x="5410716" y="1597537"/>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8" name="Text Placeholder 44">
            <a:extLst>
              <a:ext uri="{FF2B5EF4-FFF2-40B4-BE49-F238E27FC236}">
                <a16:creationId xmlns:a16="http://schemas.microsoft.com/office/drawing/2014/main" id="{C4A7E19B-BA4C-4167-B678-685C3673D0E0}"/>
              </a:ext>
            </a:extLst>
          </p:cNvPr>
          <p:cNvSpPr>
            <a:spLocks noGrp="1"/>
          </p:cNvSpPr>
          <p:nvPr>
            <p:ph type="body" sz="quarter" idx="45" hasCustomPrompt="1"/>
          </p:nvPr>
        </p:nvSpPr>
        <p:spPr>
          <a:xfrm>
            <a:off x="7824549" y="1600631"/>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9" name="Text Placeholder 44">
            <a:extLst>
              <a:ext uri="{FF2B5EF4-FFF2-40B4-BE49-F238E27FC236}">
                <a16:creationId xmlns:a16="http://schemas.microsoft.com/office/drawing/2014/main" id="{33092D62-8436-4A51-8071-52D0BA46EF8C}"/>
              </a:ext>
            </a:extLst>
          </p:cNvPr>
          <p:cNvSpPr>
            <a:spLocks noGrp="1"/>
          </p:cNvSpPr>
          <p:nvPr>
            <p:ph type="body" sz="quarter" idx="46" hasCustomPrompt="1"/>
          </p:nvPr>
        </p:nvSpPr>
        <p:spPr>
          <a:xfrm>
            <a:off x="10238384" y="1605272"/>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82" name="Text Placeholder 2">
            <a:extLst>
              <a:ext uri="{FF2B5EF4-FFF2-40B4-BE49-F238E27FC236}">
                <a16:creationId xmlns:a16="http://schemas.microsoft.com/office/drawing/2014/main" id="{722F4D46-D274-4F10-ABA0-DD9EA3E92016}"/>
              </a:ext>
            </a:extLst>
          </p:cNvPr>
          <p:cNvSpPr>
            <a:spLocks noGrp="1"/>
          </p:cNvSpPr>
          <p:nvPr>
            <p:ph type="body" sz="quarter" idx="54" hasCustomPrompt="1"/>
          </p:nvPr>
        </p:nvSpPr>
        <p:spPr>
          <a:xfrm>
            <a:off x="5402461" y="2304462"/>
            <a:ext cx="1580870"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3" name="Text Placeholder 2">
            <a:extLst>
              <a:ext uri="{FF2B5EF4-FFF2-40B4-BE49-F238E27FC236}">
                <a16:creationId xmlns:a16="http://schemas.microsoft.com/office/drawing/2014/main" id="{9F91BFBD-9636-4FD4-8F52-6E39E26F0721}"/>
              </a:ext>
            </a:extLst>
          </p:cNvPr>
          <p:cNvSpPr>
            <a:spLocks noGrp="1"/>
          </p:cNvSpPr>
          <p:nvPr>
            <p:ph type="body" sz="quarter" idx="55" hasCustomPrompt="1"/>
          </p:nvPr>
        </p:nvSpPr>
        <p:spPr>
          <a:xfrm>
            <a:off x="7824549" y="2288696"/>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4" name="Text Placeholder 2">
            <a:extLst>
              <a:ext uri="{FF2B5EF4-FFF2-40B4-BE49-F238E27FC236}">
                <a16:creationId xmlns:a16="http://schemas.microsoft.com/office/drawing/2014/main" id="{F01AF8C0-E88B-47D4-9C57-68C82E55FF5F}"/>
              </a:ext>
            </a:extLst>
          </p:cNvPr>
          <p:cNvSpPr>
            <a:spLocks noGrp="1"/>
          </p:cNvSpPr>
          <p:nvPr>
            <p:ph type="body" sz="quarter" idx="56" hasCustomPrompt="1"/>
          </p:nvPr>
        </p:nvSpPr>
        <p:spPr>
          <a:xfrm>
            <a:off x="10238382" y="2286854"/>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7" name="Text Placeholder 2">
            <a:extLst>
              <a:ext uri="{FF2B5EF4-FFF2-40B4-BE49-F238E27FC236}">
                <a16:creationId xmlns:a16="http://schemas.microsoft.com/office/drawing/2014/main" id="{FC4FC8D5-B96C-437B-A281-3F7C9C7D71C8}"/>
              </a:ext>
            </a:extLst>
          </p:cNvPr>
          <p:cNvSpPr>
            <a:spLocks noGrp="1"/>
          </p:cNvSpPr>
          <p:nvPr>
            <p:ph type="body" sz="quarter" idx="59" hasCustomPrompt="1"/>
          </p:nvPr>
        </p:nvSpPr>
        <p:spPr>
          <a:xfrm>
            <a:off x="5394206" y="4287392"/>
            <a:ext cx="1580870"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8" name="Text Placeholder 2">
            <a:extLst>
              <a:ext uri="{FF2B5EF4-FFF2-40B4-BE49-F238E27FC236}">
                <a16:creationId xmlns:a16="http://schemas.microsoft.com/office/drawing/2014/main" id="{8FD560F8-78FC-4428-9882-3934D9CBB659}"/>
              </a:ext>
            </a:extLst>
          </p:cNvPr>
          <p:cNvSpPr>
            <a:spLocks noGrp="1"/>
          </p:cNvSpPr>
          <p:nvPr>
            <p:ph type="body" sz="quarter" idx="60" hasCustomPrompt="1"/>
          </p:nvPr>
        </p:nvSpPr>
        <p:spPr>
          <a:xfrm>
            <a:off x="7816294" y="4271626"/>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9" name="Text Placeholder 2">
            <a:extLst>
              <a:ext uri="{FF2B5EF4-FFF2-40B4-BE49-F238E27FC236}">
                <a16:creationId xmlns:a16="http://schemas.microsoft.com/office/drawing/2014/main" id="{176CA42E-BDE9-4A57-B993-296EED1BCB46}"/>
              </a:ext>
            </a:extLst>
          </p:cNvPr>
          <p:cNvSpPr>
            <a:spLocks noGrp="1"/>
          </p:cNvSpPr>
          <p:nvPr>
            <p:ph type="body" sz="quarter" idx="61" hasCustomPrompt="1"/>
          </p:nvPr>
        </p:nvSpPr>
        <p:spPr>
          <a:xfrm>
            <a:off x="10230127" y="4269784"/>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18" name="Footer Placeholder 6">
            <a:extLst>
              <a:ext uri="{FF2B5EF4-FFF2-40B4-BE49-F238E27FC236}">
                <a16:creationId xmlns:a16="http://schemas.microsoft.com/office/drawing/2014/main" id="{FC8AB6A1-27E9-4726-8EED-1379C2B79DD0}"/>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0" name="Slide Number Placeholder 9">
            <a:extLst>
              <a:ext uri="{FF2B5EF4-FFF2-40B4-BE49-F238E27FC236}">
                <a16:creationId xmlns:a16="http://schemas.microsoft.com/office/drawing/2014/main" id="{99EB2F96-A524-4376-ABC5-3FEBABEBAAB8}"/>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7" name="Text Placeholder 2">
            <a:extLst>
              <a:ext uri="{FF2B5EF4-FFF2-40B4-BE49-F238E27FC236}">
                <a16:creationId xmlns:a16="http://schemas.microsoft.com/office/drawing/2014/main" id="{174109FF-31FD-44DD-9BFD-B595E095CCA3}"/>
              </a:ext>
            </a:extLst>
          </p:cNvPr>
          <p:cNvSpPr>
            <a:spLocks noGrp="1"/>
          </p:cNvSpPr>
          <p:nvPr>
            <p:ph type="body" sz="quarter" idx="10" hasCustomPrompt="1"/>
          </p:nvPr>
        </p:nvSpPr>
        <p:spPr>
          <a:xfrm>
            <a:off x="369776" y="1597537"/>
            <a:ext cx="4395264" cy="3523001"/>
          </a:xfrm>
          <a:prstGeom prst="rect">
            <a:avLst/>
          </a:prstGeom>
        </p:spPr>
        <p:txBody>
          <a:bodyPr tIns="0" bIns="0" anchor="b">
            <a:normAutofit/>
          </a:bodyPr>
          <a:lstStyle>
            <a:lvl1pPr>
              <a:lnSpc>
                <a:spcPct val="70000"/>
              </a:lnSpc>
              <a:defRPr sz="7200">
                <a:solidFill>
                  <a:schemeClr val="accent1"/>
                </a:solidFill>
              </a:defRPr>
            </a:lvl1pPr>
            <a:lvl2pPr>
              <a:defRPr sz="6000"/>
            </a:lvl2pPr>
            <a:lvl3pPr>
              <a:defRPr sz="6000"/>
            </a:lvl3pPr>
            <a:lvl4pPr>
              <a:defRPr sz="6000"/>
            </a:lvl4pPr>
            <a:lvl5pPr>
              <a:defRPr sz="6000"/>
            </a:lvl5pPr>
          </a:lstStyle>
          <a:p>
            <a:pPr lvl="0"/>
            <a:r>
              <a:rPr lang="en-US"/>
              <a:t>Agenda</a:t>
            </a:r>
          </a:p>
        </p:txBody>
      </p:sp>
    </p:spTree>
    <p:extLst>
      <p:ext uri="{BB962C8B-B14F-4D97-AF65-F5344CB8AC3E}">
        <p14:creationId xmlns:p14="http://schemas.microsoft.com/office/powerpoint/2010/main" val="312731847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Agenda Option 5">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BA67B93-5503-49C7-ADB5-EF3AECD1A8D5}"/>
              </a:ext>
            </a:extLst>
          </p:cNvPr>
          <p:cNvSpPr>
            <a:spLocks noGrp="1"/>
          </p:cNvSpPr>
          <p:nvPr>
            <p:ph type="body" sz="quarter" idx="10"/>
          </p:nvPr>
        </p:nvSpPr>
        <p:spPr>
          <a:xfrm>
            <a:off x="381003" y="377805"/>
            <a:ext cx="11421740" cy="1565295"/>
          </a:xfrm>
        </p:spPr>
        <p:txBody>
          <a:bodyPr tIns="0" bIns="0" anchor="t">
            <a:normAutofit/>
          </a:bodyPr>
          <a:lstStyle>
            <a:lvl1pPr>
              <a:lnSpc>
                <a:spcPct val="80000"/>
              </a:lnSpc>
              <a:defRPr sz="6000" cap="none">
                <a:solidFill>
                  <a:schemeClr val="tx1"/>
                </a:solidFill>
              </a:defRPr>
            </a:lvl1pPr>
            <a:lvl2pPr>
              <a:defRPr sz="6000"/>
            </a:lvl2pPr>
            <a:lvl3pPr>
              <a:defRPr sz="6000"/>
            </a:lvl3pPr>
            <a:lvl4pPr>
              <a:defRPr sz="6000"/>
            </a:lvl4pPr>
            <a:lvl5pPr>
              <a:defRPr sz="6000"/>
            </a:lvl5pPr>
          </a:lstStyle>
          <a:p>
            <a:pPr lvl="0"/>
            <a:r>
              <a:rPr lang="en-US"/>
              <a:t>Click to edit Master text styles</a:t>
            </a:r>
          </a:p>
        </p:txBody>
      </p:sp>
      <p:sp>
        <p:nvSpPr>
          <p:cNvPr id="70" name="Text Placeholder 44">
            <a:extLst>
              <a:ext uri="{FF2B5EF4-FFF2-40B4-BE49-F238E27FC236}">
                <a16:creationId xmlns:a16="http://schemas.microsoft.com/office/drawing/2014/main" id="{62554568-01B3-4431-8A8E-3067ECE43FA1}"/>
              </a:ext>
            </a:extLst>
          </p:cNvPr>
          <p:cNvSpPr>
            <a:spLocks noGrp="1"/>
          </p:cNvSpPr>
          <p:nvPr>
            <p:ph type="body" sz="quarter" idx="32" hasCustomPrompt="1"/>
          </p:nvPr>
        </p:nvSpPr>
        <p:spPr>
          <a:xfrm>
            <a:off x="397512" y="4346013"/>
            <a:ext cx="1572616" cy="699189"/>
          </a:xfrm>
        </p:spPr>
        <p:txBody>
          <a:bodyPr anchor="b">
            <a:normAutofit/>
          </a:bodyPr>
          <a:lstStyle>
            <a:lvl1pPr>
              <a:defRPr sz="3200">
                <a:solidFill>
                  <a:schemeClr val="accent1"/>
                </a:solidFill>
                <a:latin typeface="+mj-lt"/>
              </a:defRPr>
            </a:lvl1pPr>
          </a:lstStyle>
          <a:p>
            <a:pPr lvl="0"/>
            <a:r>
              <a:rPr lang="en-US"/>
              <a:t>06</a:t>
            </a:r>
            <a:endParaRPr lang="en-GB"/>
          </a:p>
        </p:txBody>
      </p:sp>
      <p:sp>
        <p:nvSpPr>
          <p:cNvPr id="71" name="Text Placeholder 44">
            <a:extLst>
              <a:ext uri="{FF2B5EF4-FFF2-40B4-BE49-F238E27FC236}">
                <a16:creationId xmlns:a16="http://schemas.microsoft.com/office/drawing/2014/main" id="{CCA78229-FDF4-4DB6-B436-CBCFEF931441}"/>
              </a:ext>
            </a:extLst>
          </p:cNvPr>
          <p:cNvSpPr>
            <a:spLocks noGrp="1"/>
          </p:cNvSpPr>
          <p:nvPr>
            <p:ph type="body" sz="quarter" idx="33" hasCustomPrompt="1"/>
          </p:nvPr>
        </p:nvSpPr>
        <p:spPr>
          <a:xfrm>
            <a:off x="2857730" y="4346013"/>
            <a:ext cx="1572616" cy="699189"/>
          </a:xfrm>
        </p:spPr>
        <p:txBody>
          <a:bodyPr anchor="b">
            <a:normAutofit/>
          </a:bodyPr>
          <a:lstStyle>
            <a:lvl1pPr>
              <a:defRPr sz="3200">
                <a:solidFill>
                  <a:schemeClr val="accent1"/>
                </a:solidFill>
                <a:latin typeface="+mj-lt"/>
              </a:defRPr>
            </a:lvl1pPr>
          </a:lstStyle>
          <a:p>
            <a:pPr lvl="0"/>
            <a:r>
              <a:rPr lang="en-US"/>
              <a:t>07</a:t>
            </a:r>
            <a:endParaRPr lang="en-GB"/>
          </a:p>
        </p:txBody>
      </p:sp>
      <p:sp>
        <p:nvSpPr>
          <p:cNvPr id="72" name="Text Placeholder 44">
            <a:extLst>
              <a:ext uri="{FF2B5EF4-FFF2-40B4-BE49-F238E27FC236}">
                <a16:creationId xmlns:a16="http://schemas.microsoft.com/office/drawing/2014/main" id="{FDE571CC-167D-47E3-8000-11E1185523A8}"/>
              </a:ext>
            </a:extLst>
          </p:cNvPr>
          <p:cNvSpPr>
            <a:spLocks noGrp="1"/>
          </p:cNvSpPr>
          <p:nvPr>
            <p:ph type="body" sz="quarter" idx="34" hasCustomPrompt="1"/>
          </p:nvPr>
        </p:nvSpPr>
        <p:spPr>
          <a:xfrm>
            <a:off x="5317948" y="4346013"/>
            <a:ext cx="1572616" cy="699189"/>
          </a:xfrm>
        </p:spPr>
        <p:txBody>
          <a:bodyPr anchor="b">
            <a:normAutofit/>
          </a:bodyPr>
          <a:lstStyle>
            <a:lvl1pPr>
              <a:defRPr sz="3200">
                <a:solidFill>
                  <a:schemeClr val="accent1"/>
                </a:solidFill>
                <a:latin typeface="+mj-lt"/>
              </a:defRPr>
            </a:lvl1pPr>
          </a:lstStyle>
          <a:p>
            <a:pPr lvl="0"/>
            <a:r>
              <a:rPr lang="en-US"/>
              <a:t>08</a:t>
            </a:r>
            <a:endParaRPr lang="en-GB"/>
          </a:p>
        </p:txBody>
      </p:sp>
      <p:sp>
        <p:nvSpPr>
          <p:cNvPr id="73" name="Text Placeholder 44">
            <a:extLst>
              <a:ext uri="{FF2B5EF4-FFF2-40B4-BE49-F238E27FC236}">
                <a16:creationId xmlns:a16="http://schemas.microsoft.com/office/drawing/2014/main" id="{67D8E360-3B8E-42E3-A131-BBB8259C20D9}"/>
              </a:ext>
            </a:extLst>
          </p:cNvPr>
          <p:cNvSpPr>
            <a:spLocks noGrp="1"/>
          </p:cNvSpPr>
          <p:nvPr>
            <p:ph type="body" sz="quarter" idx="35" hasCustomPrompt="1"/>
          </p:nvPr>
        </p:nvSpPr>
        <p:spPr>
          <a:xfrm>
            <a:off x="7778166" y="4346013"/>
            <a:ext cx="1572616" cy="699189"/>
          </a:xfrm>
        </p:spPr>
        <p:txBody>
          <a:bodyPr anchor="b">
            <a:normAutofit/>
          </a:bodyPr>
          <a:lstStyle>
            <a:lvl1pPr>
              <a:defRPr sz="3200">
                <a:solidFill>
                  <a:schemeClr val="accent1"/>
                </a:solidFill>
                <a:latin typeface="+mj-lt"/>
              </a:defRPr>
            </a:lvl1pPr>
          </a:lstStyle>
          <a:p>
            <a:pPr lvl="0"/>
            <a:r>
              <a:rPr lang="en-US"/>
              <a:t>09</a:t>
            </a:r>
            <a:endParaRPr lang="en-GB"/>
          </a:p>
        </p:txBody>
      </p:sp>
      <p:sp>
        <p:nvSpPr>
          <p:cNvPr id="74" name="Text Placeholder 44">
            <a:extLst>
              <a:ext uri="{FF2B5EF4-FFF2-40B4-BE49-F238E27FC236}">
                <a16:creationId xmlns:a16="http://schemas.microsoft.com/office/drawing/2014/main" id="{95023161-89C9-4A6B-93C9-5CCEA219CEE8}"/>
              </a:ext>
            </a:extLst>
          </p:cNvPr>
          <p:cNvSpPr>
            <a:spLocks noGrp="1"/>
          </p:cNvSpPr>
          <p:nvPr>
            <p:ph type="body" sz="quarter" idx="36" hasCustomPrompt="1"/>
          </p:nvPr>
        </p:nvSpPr>
        <p:spPr>
          <a:xfrm>
            <a:off x="10238384" y="4346013"/>
            <a:ext cx="1572616" cy="699189"/>
          </a:xfrm>
        </p:spPr>
        <p:txBody>
          <a:bodyPr anchor="b">
            <a:normAutofit/>
          </a:bodyPr>
          <a:lstStyle>
            <a:lvl1pPr>
              <a:defRPr sz="3200">
                <a:solidFill>
                  <a:schemeClr val="accent1"/>
                </a:solidFill>
                <a:latin typeface="+mj-lt"/>
              </a:defRPr>
            </a:lvl1pPr>
          </a:lstStyle>
          <a:p>
            <a:pPr lvl="0"/>
            <a:r>
              <a:rPr lang="en-US"/>
              <a:t>10</a:t>
            </a:r>
            <a:endParaRPr lang="en-GB"/>
          </a:p>
        </p:txBody>
      </p:sp>
      <p:sp>
        <p:nvSpPr>
          <p:cNvPr id="75" name="Text Placeholder 44">
            <a:extLst>
              <a:ext uri="{FF2B5EF4-FFF2-40B4-BE49-F238E27FC236}">
                <a16:creationId xmlns:a16="http://schemas.microsoft.com/office/drawing/2014/main" id="{D012A4F1-1A7B-4861-AAD0-9C8C48E69A0B}"/>
              </a:ext>
            </a:extLst>
          </p:cNvPr>
          <p:cNvSpPr>
            <a:spLocks noGrp="1"/>
          </p:cNvSpPr>
          <p:nvPr>
            <p:ph type="body" sz="quarter" idx="42" hasCustomPrompt="1"/>
          </p:nvPr>
        </p:nvSpPr>
        <p:spPr>
          <a:xfrm>
            <a:off x="397512" y="2363082"/>
            <a:ext cx="1572616" cy="699189"/>
          </a:xfrm>
        </p:spPr>
        <p:txBody>
          <a:bodyPr anchor="b">
            <a:normAutofit/>
          </a:bodyPr>
          <a:lstStyle>
            <a:lvl1pPr>
              <a:defRPr sz="3200">
                <a:solidFill>
                  <a:schemeClr val="accent1"/>
                </a:solidFill>
                <a:latin typeface="+mj-lt"/>
              </a:defRPr>
            </a:lvl1pPr>
          </a:lstStyle>
          <a:p>
            <a:pPr lvl="0"/>
            <a:r>
              <a:rPr lang="en-US"/>
              <a:t>01</a:t>
            </a:r>
            <a:endParaRPr lang="en-GB"/>
          </a:p>
        </p:txBody>
      </p:sp>
      <p:sp>
        <p:nvSpPr>
          <p:cNvPr id="76" name="Text Placeholder 44">
            <a:extLst>
              <a:ext uri="{FF2B5EF4-FFF2-40B4-BE49-F238E27FC236}">
                <a16:creationId xmlns:a16="http://schemas.microsoft.com/office/drawing/2014/main" id="{87432211-FA1B-4912-9E9D-1B7D1089CA20}"/>
              </a:ext>
            </a:extLst>
          </p:cNvPr>
          <p:cNvSpPr>
            <a:spLocks noGrp="1"/>
          </p:cNvSpPr>
          <p:nvPr>
            <p:ph type="body" sz="quarter" idx="43" hasCustomPrompt="1"/>
          </p:nvPr>
        </p:nvSpPr>
        <p:spPr>
          <a:xfrm>
            <a:off x="2857730" y="2363082"/>
            <a:ext cx="1572616" cy="699189"/>
          </a:xfrm>
        </p:spPr>
        <p:txBody>
          <a:bodyPr anchor="b">
            <a:normAutofit/>
          </a:bodyPr>
          <a:lstStyle>
            <a:lvl1pPr>
              <a:defRPr sz="3200">
                <a:solidFill>
                  <a:schemeClr val="accent1"/>
                </a:solidFill>
                <a:latin typeface="+mj-lt"/>
              </a:defRPr>
            </a:lvl1pPr>
          </a:lstStyle>
          <a:p>
            <a:pPr lvl="0"/>
            <a:r>
              <a:rPr lang="en-US"/>
              <a:t>02</a:t>
            </a:r>
            <a:endParaRPr lang="en-GB"/>
          </a:p>
        </p:txBody>
      </p:sp>
      <p:sp>
        <p:nvSpPr>
          <p:cNvPr id="77" name="Text Placeholder 44">
            <a:extLst>
              <a:ext uri="{FF2B5EF4-FFF2-40B4-BE49-F238E27FC236}">
                <a16:creationId xmlns:a16="http://schemas.microsoft.com/office/drawing/2014/main" id="{3D1567CD-545E-4481-AA52-EAB26F307DE5}"/>
              </a:ext>
            </a:extLst>
          </p:cNvPr>
          <p:cNvSpPr>
            <a:spLocks noGrp="1"/>
          </p:cNvSpPr>
          <p:nvPr>
            <p:ph type="body" sz="quarter" idx="44" hasCustomPrompt="1"/>
          </p:nvPr>
        </p:nvSpPr>
        <p:spPr>
          <a:xfrm>
            <a:off x="5317948" y="2363082"/>
            <a:ext cx="1572616" cy="699189"/>
          </a:xfrm>
        </p:spPr>
        <p:txBody>
          <a:bodyPr anchor="b">
            <a:normAutofit/>
          </a:bodyPr>
          <a:lstStyle>
            <a:lvl1pPr>
              <a:defRPr sz="3200">
                <a:solidFill>
                  <a:schemeClr val="accent1"/>
                </a:solidFill>
                <a:latin typeface="+mj-lt"/>
              </a:defRPr>
            </a:lvl1pPr>
          </a:lstStyle>
          <a:p>
            <a:pPr lvl="0"/>
            <a:r>
              <a:rPr lang="en-US"/>
              <a:t>03</a:t>
            </a:r>
            <a:endParaRPr lang="en-GB"/>
          </a:p>
        </p:txBody>
      </p:sp>
      <p:sp>
        <p:nvSpPr>
          <p:cNvPr id="78" name="Text Placeholder 44">
            <a:extLst>
              <a:ext uri="{FF2B5EF4-FFF2-40B4-BE49-F238E27FC236}">
                <a16:creationId xmlns:a16="http://schemas.microsoft.com/office/drawing/2014/main" id="{C4A7E19B-BA4C-4167-B678-685C3673D0E0}"/>
              </a:ext>
            </a:extLst>
          </p:cNvPr>
          <p:cNvSpPr>
            <a:spLocks noGrp="1"/>
          </p:cNvSpPr>
          <p:nvPr>
            <p:ph type="body" sz="quarter" idx="45" hasCustomPrompt="1"/>
          </p:nvPr>
        </p:nvSpPr>
        <p:spPr>
          <a:xfrm>
            <a:off x="7778166" y="2363082"/>
            <a:ext cx="1572616" cy="699189"/>
          </a:xfrm>
        </p:spPr>
        <p:txBody>
          <a:bodyPr anchor="b">
            <a:normAutofit/>
          </a:bodyPr>
          <a:lstStyle>
            <a:lvl1pPr>
              <a:defRPr sz="3200">
                <a:solidFill>
                  <a:schemeClr val="accent1"/>
                </a:solidFill>
                <a:latin typeface="+mj-lt"/>
              </a:defRPr>
            </a:lvl1pPr>
          </a:lstStyle>
          <a:p>
            <a:pPr lvl="0"/>
            <a:r>
              <a:rPr lang="en-US"/>
              <a:t>04</a:t>
            </a:r>
            <a:endParaRPr lang="en-GB"/>
          </a:p>
        </p:txBody>
      </p:sp>
      <p:sp>
        <p:nvSpPr>
          <p:cNvPr id="79" name="Text Placeholder 44">
            <a:extLst>
              <a:ext uri="{FF2B5EF4-FFF2-40B4-BE49-F238E27FC236}">
                <a16:creationId xmlns:a16="http://schemas.microsoft.com/office/drawing/2014/main" id="{33092D62-8436-4A51-8071-52D0BA46EF8C}"/>
              </a:ext>
            </a:extLst>
          </p:cNvPr>
          <p:cNvSpPr>
            <a:spLocks noGrp="1"/>
          </p:cNvSpPr>
          <p:nvPr>
            <p:ph type="body" sz="quarter" idx="46" hasCustomPrompt="1"/>
          </p:nvPr>
        </p:nvSpPr>
        <p:spPr>
          <a:xfrm>
            <a:off x="10238384" y="2363082"/>
            <a:ext cx="1572616" cy="699189"/>
          </a:xfrm>
        </p:spPr>
        <p:txBody>
          <a:bodyPr anchor="b">
            <a:normAutofit/>
          </a:bodyPr>
          <a:lstStyle>
            <a:lvl1pPr>
              <a:defRPr sz="3200">
                <a:solidFill>
                  <a:schemeClr val="accent1"/>
                </a:solidFill>
                <a:latin typeface="+mj-lt"/>
              </a:defRPr>
            </a:lvl1pPr>
          </a:lstStyle>
          <a:p>
            <a:pPr lvl="0"/>
            <a:r>
              <a:rPr lang="en-US"/>
              <a:t>05</a:t>
            </a:r>
            <a:endParaRPr lang="en-GB"/>
          </a:p>
        </p:txBody>
      </p:sp>
      <p:sp>
        <p:nvSpPr>
          <p:cNvPr id="80" name="Text Placeholder 2">
            <a:extLst>
              <a:ext uri="{FF2B5EF4-FFF2-40B4-BE49-F238E27FC236}">
                <a16:creationId xmlns:a16="http://schemas.microsoft.com/office/drawing/2014/main" id="{439731EE-FBBF-4749-8E58-161D1BD24B6E}"/>
              </a:ext>
            </a:extLst>
          </p:cNvPr>
          <p:cNvSpPr>
            <a:spLocks noGrp="1"/>
          </p:cNvSpPr>
          <p:nvPr>
            <p:ph type="body" sz="quarter" idx="13" hasCustomPrompt="1"/>
          </p:nvPr>
        </p:nvSpPr>
        <p:spPr>
          <a:xfrm>
            <a:off x="397512" y="3159475"/>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1" name="Text Placeholder 2">
            <a:extLst>
              <a:ext uri="{FF2B5EF4-FFF2-40B4-BE49-F238E27FC236}">
                <a16:creationId xmlns:a16="http://schemas.microsoft.com/office/drawing/2014/main" id="{53987512-4428-45A6-9E5A-ECC62C5A7845}"/>
              </a:ext>
            </a:extLst>
          </p:cNvPr>
          <p:cNvSpPr>
            <a:spLocks noGrp="1"/>
          </p:cNvSpPr>
          <p:nvPr>
            <p:ph type="body" sz="quarter" idx="53" hasCustomPrompt="1"/>
          </p:nvPr>
        </p:nvSpPr>
        <p:spPr>
          <a:xfrm>
            <a:off x="2861856" y="3143709"/>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2" name="Text Placeholder 2">
            <a:extLst>
              <a:ext uri="{FF2B5EF4-FFF2-40B4-BE49-F238E27FC236}">
                <a16:creationId xmlns:a16="http://schemas.microsoft.com/office/drawing/2014/main" id="{722F4D46-D274-4F10-ABA0-DD9EA3E92016}"/>
              </a:ext>
            </a:extLst>
          </p:cNvPr>
          <p:cNvSpPr>
            <a:spLocks noGrp="1"/>
          </p:cNvSpPr>
          <p:nvPr>
            <p:ph type="body" sz="quarter" idx="54" hasCustomPrompt="1"/>
          </p:nvPr>
        </p:nvSpPr>
        <p:spPr>
          <a:xfrm>
            <a:off x="5317946" y="3162634"/>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3" name="Text Placeholder 2">
            <a:extLst>
              <a:ext uri="{FF2B5EF4-FFF2-40B4-BE49-F238E27FC236}">
                <a16:creationId xmlns:a16="http://schemas.microsoft.com/office/drawing/2014/main" id="{9F91BFBD-9636-4FD4-8F52-6E39E26F0721}"/>
              </a:ext>
            </a:extLst>
          </p:cNvPr>
          <p:cNvSpPr>
            <a:spLocks noGrp="1"/>
          </p:cNvSpPr>
          <p:nvPr>
            <p:ph type="body" sz="quarter" idx="55" hasCustomPrompt="1"/>
          </p:nvPr>
        </p:nvSpPr>
        <p:spPr>
          <a:xfrm>
            <a:off x="7782290" y="3146868"/>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4" name="Text Placeholder 2">
            <a:extLst>
              <a:ext uri="{FF2B5EF4-FFF2-40B4-BE49-F238E27FC236}">
                <a16:creationId xmlns:a16="http://schemas.microsoft.com/office/drawing/2014/main" id="{F01AF8C0-E88B-47D4-9C57-68C82E55FF5F}"/>
              </a:ext>
            </a:extLst>
          </p:cNvPr>
          <p:cNvSpPr>
            <a:spLocks noGrp="1"/>
          </p:cNvSpPr>
          <p:nvPr>
            <p:ph type="body" sz="quarter" idx="56" hasCustomPrompt="1"/>
          </p:nvPr>
        </p:nvSpPr>
        <p:spPr>
          <a:xfrm>
            <a:off x="10238382" y="3145026"/>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5" name="Text Placeholder 2">
            <a:extLst>
              <a:ext uri="{FF2B5EF4-FFF2-40B4-BE49-F238E27FC236}">
                <a16:creationId xmlns:a16="http://schemas.microsoft.com/office/drawing/2014/main" id="{02847DEE-A5F9-4C29-B154-1544212CE4E9}"/>
              </a:ext>
            </a:extLst>
          </p:cNvPr>
          <p:cNvSpPr>
            <a:spLocks noGrp="1"/>
          </p:cNvSpPr>
          <p:nvPr>
            <p:ph type="body" sz="quarter" idx="57" hasCustomPrompt="1"/>
          </p:nvPr>
        </p:nvSpPr>
        <p:spPr>
          <a:xfrm>
            <a:off x="389257" y="5142405"/>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6" name="Text Placeholder 2">
            <a:extLst>
              <a:ext uri="{FF2B5EF4-FFF2-40B4-BE49-F238E27FC236}">
                <a16:creationId xmlns:a16="http://schemas.microsoft.com/office/drawing/2014/main" id="{8FDB1794-F8AB-4138-AAA1-A52DD6E79A3A}"/>
              </a:ext>
            </a:extLst>
          </p:cNvPr>
          <p:cNvSpPr>
            <a:spLocks noGrp="1"/>
          </p:cNvSpPr>
          <p:nvPr>
            <p:ph type="body" sz="quarter" idx="58" hasCustomPrompt="1"/>
          </p:nvPr>
        </p:nvSpPr>
        <p:spPr>
          <a:xfrm>
            <a:off x="2853601" y="5126639"/>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7" name="Text Placeholder 2">
            <a:extLst>
              <a:ext uri="{FF2B5EF4-FFF2-40B4-BE49-F238E27FC236}">
                <a16:creationId xmlns:a16="http://schemas.microsoft.com/office/drawing/2014/main" id="{FC4FC8D5-B96C-437B-A281-3F7C9C7D71C8}"/>
              </a:ext>
            </a:extLst>
          </p:cNvPr>
          <p:cNvSpPr>
            <a:spLocks noGrp="1"/>
          </p:cNvSpPr>
          <p:nvPr>
            <p:ph type="body" sz="quarter" idx="59" hasCustomPrompt="1"/>
          </p:nvPr>
        </p:nvSpPr>
        <p:spPr>
          <a:xfrm>
            <a:off x="5309691" y="5145564"/>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8" name="Text Placeholder 2">
            <a:extLst>
              <a:ext uri="{FF2B5EF4-FFF2-40B4-BE49-F238E27FC236}">
                <a16:creationId xmlns:a16="http://schemas.microsoft.com/office/drawing/2014/main" id="{8FD560F8-78FC-4428-9882-3934D9CBB659}"/>
              </a:ext>
            </a:extLst>
          </p:cNvPr>
          <p:cNvSpPr>
            <a:spLocks noGrp="1"/>
          </p:cNvSpPr>
          <p:nvPr>
            <p:ph type="body" sz="quarter" idx="60" hasCustomPrompt="1"/>
          </p:nvPr>
        </p:nvSpPr>
        <p:spPr>
          <a:xfrm>
            <a:off x="7774035" y="5129798"/>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9" name="Text Placeholder 2">
            <a:extLst>
              <a:ext uri="{FF2B5EF4-FFF2-40B4-BE49-F238E27FC236}">
                <a16:creationId xmlns:a16="http://schemas.microsoft.com/office/drawing/2014/main" id="{176CA42E-BDE9-4A57-B993-296EED1BCB46}"/>
              </a:ext>
            </a:extLst>
          </p:cNvPr>
          <p:cNvSpPr>
            <a:spLocks noGrp="1"/>
          </p:cNvSpPr>
          <p:nvPr>
            <p:ph type="body" sz="quarter" idx="61" hasCustomPrompt="1"/>
          </p:nvPr>
        </p:nvSpPr>
        <p:spPr>
          <a:xfrm>
            <a:off x="10230127" y="5127956"/>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27" name="Footer Placeholder 6">
            <a:extLst>
              <a:ext uri="{FF2B5EF4-FFF2-40B4-BE49-F238E27FC236}">
                <a16:creationId xmlns:a16="http://schemas.microsoft.com/office/drawing/2014/main" id="{DF893CCF-7E5D-47A2-BEAA-290732009D8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8" name="Slide Number Placeholder 9">
            <a:extLst>
              <a:ext uri="{FF2B5EF4-FFF2-40B4-BE49-F238E27FC236}">
                <a16:creationId xmlns:a16="http://schemas.microsoft.com/office/drawing/2014/main" id="{82929F35-82A7-4CD0-B264-4B8953C83B45}"/>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3365527289"/>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ne Column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986EA-B600-4DE9-873A-47A5273447BD}"/>
              </a:ext>
            </a:extLst>
          </p:cNvPr>
          <p:cNvSpPr>
            <a:spLocks noGrp="1"/>
          </p:cNvSpPr>
          <p:nvPr>
            <p:ph type="body" sz="quarter" idx="10"/>
          </p:nvPr>
        </p:nvSpPr>
        <p:spPr>
          <a:xfrm>
            <a:off x="381000" y="1943100"/>
            <a:ext cx="8572500" cy="4284279"/>
          </a:xfrm>
          <a:prstGeom prst="rect">
            <a:avLst/>
          </a:prstGeom>
        </p:spPr>
        <p:txBody>
          <a:bodyPr/>
          <a:lstStyle>
            <a:lvl1pPr>
              <a:lnSpc>
                <a:spcPct val="100000"/>
              </a:lnSpc>
              <a:spcBef>
                <a:spcPts val="1200"/>
              </a:spcBef>
              <a:spcAft>
                <a:spcPts val="1200"/>
              </a:spcAft>
              <a:defRPr kumimoji="0" lang="en-US" sz="2800" b="1" i="0" u="none" strike="noStrike" kern="1200" cap="none" spc="0" normalizeH="0" baseline="0" dirty="0" smtClean="0">
                <a:ln>
                  <a:noFill/>
                </a:ln>
                <a:solidFill>
                  <a:schemeClr val="accent1"/>
                </a:solidFill>
                <a:effectLst/>
                <a:uLnTx/>
                <a:uFillTx/>
                <a:latin typeface="+mj-lt"/>
                <a:ea typeface="+mn-ea"/>
                <a:cs typeface="+mn-cs"/>
              </a:defRPr>
            </a:lvl1pPr>
            <a:lvl2pPr>
              <a:lnSpc>
                <a:spcPct val="100000"/>
              </a:lnSpc>
              <a:spcBef>
                <a:spcPts val="1200"/>
              </a:spcBef>
              <a:spcAft>
                <a:spcPts val="1200"/>
              </a:spcAft>
              <a:defRPr kumimoji="0" lang="en-US" sz="2200" b="0" i="0" u="none" strike="noStrike" kern="1200" cap="none" spc="0" normalizeH="0" baseline="0" dirty="0" smtClean="0">
                <a:ln>
                  <a:noFill/>
                </a:ln>
                <a:solidFill>
                  <a:sysClr val="windowText" lastClr="000000"/>
                </a:solidFill>
                <a:effectLst/>
                <a:uLnTx/>
                <a:uFillTx/>
                <a:latin typeface="+mn-lt"/>
                <a:ea typeface="+mn-ea"/>
                <a:cs typeface="+mn-cs"/>
              </a:defRPr>
            </a:lvl2pPr>
            <a:lvl3pPr marL="180975" indent="-180975">
              <a:lnSpc>
                <a:spcPct val="100000"/>
              </a:lnSpc>
              <a:spcBef>
                <a:spcPts val="1200"/>
              </a:spcBef>
              <a:spcAft>
                <a:spcPts val="1200"/>
              </a:spcAft>
              <a:buFont typeface="Arial" panose="020B0604020202020204" pitchFamily="34" charset="0"/>
              <a:buChar char="•"/>
              <a:defRPr kumimoji="0" lang="en-US" sz="1800" b="0" i="0" u="none" strike="noStrike" kern="1200" cap="none" spc="0" normalizeH="0" baseline="0" dirty="0" smtClean="0">
                <a:ln>
                  <a:noFill/>
                </a:ln>
                <a:solidFill>
                  <a:sysClr val="windowText" lastClr="000000"/>
                </a:solidFill>
                <a:effectLst/>
                <a:uLnTx/>
                <a:uFillTx/>
                <a:latin typeface="+mn-lt"/>
                <a:ea typeface="+mn-ea"/>
                <a:cs typeface="+mn-cs"/>
              </a:defRPr>
            </a:lvl3pPr>
            <a:lvl4pPr>
              <a:defRPr kumimoji="0" lang="en-US" sz="1800" b="0" i="0" u="none" strike="noStrike" kern="1200" cap="none" spc="0" normalizeH="0" baseline="0" dirty="0" smtClean="0">
                <a:ln>
                  <a:noFill/>
                </a:ln>
                <a:solidFill>
                  <a:sysClr val="windowText" lastClr="000000"/>
                </a:solidFill>
                <a:effectLst/>
                <a:uLnTx/>
                <a:uFillTx/>
                <a:latin typeface="Graphik"/>
                <a:ea typeface="+mn-ea"/>
                <a:cs typeface="+mn-cs"/>
              </a:defRPr>
            </a:lvl4pPr>
            <a:lvl5pPr>
              <a:defRPr kumimoji="0" lang="en-GB" sz="1800" b="0" i="0" u="none" strike="noStrike" kern="1200" cap="none" spc="0" normalizeH="0" baseline="0" dirty="0">
                <a:ln>
                  <a:noFill/>
                </a:ln>
                <a:solidFill>
                  <a:sysClr val="windowText" lastClr="000000"/>
                </a:solidFill>
                <a:effectLst/>
                <a:uLnTx/>
                <a:uFillTx/>
                <a:latin typeface="Graphik"/>
                <a:ea typeface="+mn-ea"/>
                <a:cs typeface="+mn-cs"/>
              </a:defRPr>
            </a:lvl5pPr>
          </a:lstStyle>
          <a:p>
            <a:pPr lvl="0"/>
            <a:r>
              <a:rPr lang="en-US"/>
              <a:t>Click to edit Master text styles</a:t>
            </a:r>
          </a:p>
          <a:p>
            <a:pPr lvl="1"/>
            <a:r>
              <a:rPr lang="en-US"/>
              <a:t>Second level</a:t>
            </a:r>
          </a:p>
          <a:p>
            <a:pPr lvl="2"/>
            <a:r>
              <a:rPr lang="en-US"/>
              <a:t>Third level</a:t>
            </a:r>
          </a:p>
        </p:txBody>
      </p:sp>
      <p:sp>
        <p:nvSpPr>
          <p:cNvPr id="6" name="Footer Placeholder 6">
            <a:extLst>
              <a:ext uri="{FF2B5EF4-FFF2-40B4-BE49-F238E27FC236}">
                <a16:creationId xmlns:a16="http://schemas.microsoft.com/office/drawing/2014/main" id="{2D7B9C33-7860-4A78-8365-326155D0DC4E}"/>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8" name="Slide Number Placeholder 9">
            <a:extLst>
              <a:ext uri="{FF2B5EF4-FFF2-40B4-BE49-F238E27FC236}">
                <a16:creationId xmlns:a16="http://schemas.microsoft.com/office/drawing/2014/main" id="{75CA6DF9-3D47-44A0-9AE6-EE81F577848A}"/>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F8D1DF11-64D7-450B-92C0-FFBB3964A60E}"/>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3794832106"/>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986EA-B600-4DE9-873A-47A5273447BD}"/>
              </a:ext>
            </a:extLst>
          </p:cNvPr>
          <p:cNvSpPr>
            <a:spLocks noGrp="1"/>
          </p:cNvSpPr>
          <p:nvPr>
            <p:ph type="body" sz="quarter" idx="10"/>
          </p:nvPr>
        </p:nvSpPr>
        <p:spPr>
          <a:xfrm>
            <a:off x="381000" y="1943100"/>
            <a:ext cx="5400000" cy="4284279"/>
          </a:xfrm>
          <a:prstGeom prst="rect">
            <a:avLst/>
          </a:prstGeom>
        </p:spPr>
        <p:txBody>
          <a:bodyPr/>
          <a:lstStyle>
            <a:lvl1pPr>
              <a:lnSpc>
                <a:spcPct val="100000"/>
              </a:lnSpc>
              <a:spcBef>
                <a:spcPts val="1200"/>
              </a:spcBef>
              <a:spcAft>
                <a:spcPts val="1200"/>
              </a:spcAft>
              <a:defRPr kumimoji="0" lang="en-US" sz="2800" b="1" i="0" u="none" strike="noStrike" kern="1200" cap="none" spc="0" normalizeH="0" baseline="0" dirty="0" smtClean="0">
                <a:ln>
                  <a:noFill/>
                </a:ln>
                <a:solidFill>
                  <a:schemeClr val="accent1"/>
                </a:solidFill>
                <a:effectLst/>
                <a:uLnTx/>
                <a:uFillTx/>
                <a:latin typeface="+mn-lt"/>
                <a:ea typeface="+mn-ea"/>
                <a:cs typeface="+mn-cs"/>
              </a:defRPr>
            </a:lvl1pPr>
            <a:lvl2pPr>
              <a:lnSpc>
                <a:spcPct val="100000"/>
              </a:lnSpc>
              <a:spcBef>
                <a:spcPts val="1200"/>
              </a:spcBef>
              <a:spcAft>
                <a:spcPts val="1200"/>
              </a:spcAft>
              <a:defRPr kumimoji="0" lang="en-US" sz="2200" b="0" i="0" u="none" strike="noStrike" kern="1200" cap="none" spc="0" normalizeH="0" baseline="0" dirty="0" smtClean="0">
                <a:ln>
                  <a:noFill/>
                </a:ln>
                <a:solidFill>
                  <a:sysClr val="windowText" lastClr="000000"/>
                </a:solidFill>
                <a:effectLst/>
                <a:uLnTx/>
                <a:uFillTx/>
                <a:latin typeface="+mn-lt"/>
                <a:ea typeface="+mn-ea"/>
                <a:cs typeface="+mn-cs"/>
              </a:defRPr>
            </a:lvl2pPr>
            <a:lvl3pPr marL="177800" indent="-177800">
              <a:lnSpc>
                <a:spcPct val="100000"/>
              </a:lnSpc>
              <a:spcBef>
                <a:spcPts val="1200"/>
              </a:spcBef>
              <a:spcAft>
                <a:spcPts val="1200"/>
              </a:spcAft>
              <a:buFont typeface="Arial" panose="020B0604020202020204" pitchFamily="34" charset="0"/>
              <a:buChar char="•"/>
              <a:defRPr kumimoji="0" lang="en-US" sz="1800" b="0" i="0" u="none" strike="noStrike" kern="1200" cap="none" spc="0" normalizeH="0" baseline="0" dirty="0" smtClean="0">
                <a:ln>
                  <a:noFill/>
                </a:ln>
                <a:solidFill>
                  <a:sysClr val="windowText" lastClr="000000"/>
                </a:solidFill>
                <a:effectLst/>
                <a:uLnTx/>
                <a:uFillTx/>
                <a:latin typeface="+mn-lt"/>
                <a:ea typeface="+mn-ea"/>
                <a:cs typeface="+mn-cs"/>
              </a:defRPr>
            </a:lvl3pPr>
            <a:lvl4pPr>
              <a:defRPr kumimoji="0" lang="en-US" sz="1800" b="0" i="0" u="none" strike="noStrike" kern="1200" cap="none" spc="0" normalizeH="0" baseline="0" dirty="0" smtClean="0">
                <a:ln>
                  <a:noFill/>
                </a:ln>
                <a:solidFill>
                  <a:sysClr val="windowText" lastClr="000000"/>
                </a:solidFill>
                <a:effectLst/>
                <a:uLnTx/>
                <a:uFillTx/>
                <a:latin typeface="Graphik"/>
                <a:ea typeface="+mn-ea"/>
                <a:cs typeface="+mn-cs"/>
              </a:defRPr>
            </a:lvl4pPr>
            <a:lvl5pPr>
              <a:defRPr kumimoji="0" lang="en-GB" sz="1800" b="0" i="0" u="none" strike="noStrike" kern="1200" cap="none" spc="0" normalizeH="0" baseline="0" dirty="0">
                <a:ln>
                  <a:noFill/>
                </a:ln>
                <a:solidFill>
                  <a:sysClr val="windowText" lastClr="000000"/>
                </a:solidFill>
                <a:effectLst/>
                <a:uLnTx/>
                <a:uFillTx/>
                <a:latin typeface="Graphik"/>
                <a:ea typeface="+mn-ea"/>
                <a:cs typeface="+mn-cs"/>
              </a:defRPr>
            </a:lvl5pPr>
          </a:lstStyle>
          <a:p>
            <a:pPr lvl="0"/>
            <a:r>
              <a:rPr lang="en-US"/>
              <a:t>Click to edit Master text styles</a:t>
            </a:r>
          </a:p>
          <a:p>
            <a:pPr lvl="1"/>
            <a:r>
              <a:rPr lang="en-US"/>
              <a:t>Second level</a:t>
            </a:r>
          </a:p>
          <a:p>
            <a:pPr lvl="2"/>
            <a:r>
              <a:rPr lang="en-US"/>
              <a:t>Third level</a:t>
            </a:r>
          </a:p>
        </p:txBody>
      </p:sp>
      <p:sp>
        <p:nvSpPr>
          <p:cNvPr id="6" name="Text Placeholder 3">
            <a:extLst>
              <a:ext uri="{FF2B5EF4-FFF2-40B4-BE49-F238E27FC236}">
                <a16:creationId xmlns:a16="http://schemas.microsoft.com/office/drawing/2014/main" id="{4538F56B-ECAD-430D-86B3-CA43CA930B13}"/>
              </a:ext>
            </a:extLst>
          </p:cNvPr>
          <p:cNvSpPr>
            <a:spLocks noGrp="1"/>
          </p:cNvSpPr>
          <p:nvPr>
            <p:ph type="body" sz="quarter" idx="64"/>
          </p:nvPr>
        </p:nvSpPr>
        <p:spPr>
          <a:xfrm>
            <a:off x="6411000" y="1945849"/>
            <a:ext cx="5400000" cy="4284279"/>
          </a:xfrm>
          <a:prstGeom prst="rect">
            <a:avLst/>
          </a:prstGeom>
        </p:spPr>
        <p:txBody>
          <a:bodyPr/>
          <a:lstStyle>
            <a:lvl1pPr>
              <a:lnSpc>
                <a:spcPct val="100000"/>
              </a:lnSpc>
              <a:spcBef>
                <a:spcPts val="1200"/>
              </a:spcBef>
              <a:spcAft>
                <a:spcPts val="1200"/>
              </a:spcAft>
              <a:defRPr kumimoji="0" lang="en-US" sz="2800" b="1" i="0" u="none" strike="noStrike" kern="1200" cap="none" spc="0" normalizeH="0" baseline="0" dirty="0" smtClean="0">
                <a:ln>
                  <a:noFill/>
                </a:ln>
                <a:solidFill>
                  <a:schemeClr val="accent1"/>
                </a:solidFill>
                <a:effectLst/>
                <a:uLnTx/>
                <a:uFillTx/>
                <a:latin typeface="+mn-lt"/>
                <a:ea typeface="+mn-ea"/>
                <a:cs typeface="+mn-cs"/>
              </a:defRPr>
            </a:lvl1pPr>
            <a:lvl2pPr>
              <a:lnSpc>
                <a:spcPct val="100000"/>
              </a:lnSpc>
              <a:spcBef>
                <a:spcPts val="1200"/>
              </a:spcBef>
              <a:spcAft>
                <a:spcPts val="1200"/>
              </a:spcAft>
              <a:defRPr kumimoji="0" lang="en-US" sz="2200" b="0" i="0" u="none" strike="noStrike" kern="1200" cap="none" spc="0" normalizeH="0" baseline="0" dirty="0" smtClean="0">
                <a:ln>
                  <a:noFill/>
                </a:ln>
                <a:solidFill>
                  <a:sysClr val="windowText" lastClr="000000"/>
                </a:solidFill>
                <a:effectLst/>
                <a:uLnTx/>
                <a:uFillTx/>
                <a:latin typeface="+mn-lt"/>
                <a:ea typeface="+mn-ea"/>
                <a:cs typeface="+mn-cs"/>
              </a:defRPr>
            </a:lvl2pPr>
            <a:lvl3pPr marL="177800" indent="-177800">
              <a:lnSpc>
                <a:spcPct val="100000"/>
              </a:lnSpc>
              <a:spcBef>
                <a:spcPts val="1200"/>
              </a:spcBef>
              <a:spcAft>
                <a:spcPts val="1200"/>
              </a:spcAft>
              <a:buFont typeface="Arial" panose="020B0604020202020204" pitchFamily="34" charset="0"/>
              <a:buChar char="•"/>
              <a:defRPr kumimoji="0" lang="en-US" sz="1800" b="0" i="0" u="none" strike="noStrike" kern="1200" cap="none" spc="0" normalizeH="0" baseline="0" dirty="0" smtClean="0">
                <a:ln>
                  <a:noFill/>
                </a:ln>
                <a:solidFill>
                  <a:sysClr val="windowText" lastClr="000000"/>
                </a:solidFill>
                <a:effectLst/>
                <a:uLnTx/>
                <a:uFillTx/>
                <a:latin typeface="+mn-lt"/>
                <a:ea typeface="+mn-ea"/>
                <a:cs typeface="+mn-cs"/>
              </a:defRPr>
            </a:lvl3pPr>
            <a:lvl4pPr>
              <a:defRPr kumimoji="0" lang="en-US" sz="1800" b="0" i="0" u="none" strike="noStrike" kern="1200" cap="none" spc="0" normalizeH="0" baseline="0" dirty="0" smtClean="0">
                <a:ln>
                  <a:noFill/>
                </a:ln>
                <a:solidFill>
                  <a:sysClr val="windowText" lastClr="000000"/>
                </a:solidFill>
                <a:effectLst/>
                <a:uLnTx/>
                <a:uFillTx/>
                <a:latin typeface="Graphik"/>
                <a:ea typeface="+mn-ea"/>
                <a:cs typeface="+mn-cs"/>
              </a:defRPr>
            </a:lvl4pPr>
            <a:lvl5pPr>
              <a:defRPr kumimoji="0" lang="en-GB" sz="1800" b="0" i="0" u="none" strike="noStrike" kern="1200" cap="none" spc="0" normalizeH="0" baseline="0" dirty="0">
                <a:ln>
                  <a:noFill/>
                </a:ln>
                <a:solidFill>
                  <a:sysClr val="windowText" lastClr="000000"/>
                </a:solidFill>
                <a:effectLst/>
                <a:uLnTx/>
                <a:uFillTx/>
                <a:latin typeface="Graphik"/>
                <a:ea typeface="+mn-ea"/>
                <a:cs typeface="+mn-cs"/>
              </a:defRPr>
            </a:lvl5pPr>
          </a:lstStyle>
          <a:p>
            <a:pPr lvl="0"/>
            <a:r>
              <a:rPr lang="en-US"/>
              <a:t>Click to edit Master text styles</a:t>
            </a:r>
          </a:p>
          <a:p>
            <a:pPr lvl="1"/>
            <a:r>
              <a:rPr lang="en-US"/>
              <a:t>Second level</a:t>
            </a:r>
          </a:p>
          <a:p>
            <a:pPr lvl="2"/>
            <a:r>
              <a:rPr lang="en-US"/>
              <a:t>Third level</a:t>
            </a:r>
          </a:p>
        </p:txBody>
      </p:sp>
      <p:sp>
        <p:nvSpPr>
          <p:cNvPr id="10" name="Footer Placeholder 6">
            <a:extLst>
              <a:ext uri="{FF2B5EF4-FFF2-40B4-BE49-F238E27FC236}">
                <a16:creationId xmlns:a16="http://schemas.microsoft.com/office/drawing/2014/main" id="{03EC794A-FC92-4AAF-AE86-050FA799F512}"/>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1" name="Slide Number Placeholder 9">
            <a:extLst>
              <a:ext uri="{FF2B5EF4-FFF2-40B4-BE49-F238E27FC236}">
                <a16:creationId xmlns:a16="http://schemas.microsoft.com/office/drawing/2014/main" id="{31586DA7-028B-46B2-8DE5-CD490E3A7287}"/>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DCAD60B4-85E8-4266-A468-73C7C71B2C64}"/>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3363966883"/>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ullets Option 3">
    <p:spTree>
      <p:nvGrpSpPr>
        <p:cNvPr id="1" name=""/>
        <p:cNvGrpSpPr/>
        <p:nvPr/>
      </p:nvGrpSpPr>
      <p:grpSpPr>
        <a:xfrm>
          <a:off x="0" y="0"/>
          <a:ext cx="0" cy="0"/>
          <a:chOff x="0" y="0"/>
          <a:chExt cx="0" cy="0"/>
        </a:xfrm>
      </p:grpSpPr>
      <p:sp>
        <p:nvSpPr>
          <p:cNvPr id="17" name="Text Placeholder 25">
            <a:extLst>
              <a:ext uri="{FF2B5EF4-FFF2-40B4-BE49-F238E27FC236}">
                <a16:creationId xmlns:a16="http://schemas.microsoft.com/office/drawing/2014/main" id="{442A75EB-71CE-4543-ADEB-9A7264CF8BF0}"/>
              </a:ext>
            </a:extLst>
          </p:cNvPr>
          <p:cNvSpPr>
            <a:spLocks noGrp="1"/>
          </p:cNvSpPr>
          <p:nvPr>
            <p:ph type="body" sz="quarter" idx="21" hasCustomPrompt="1"/>
          </p:nvPr>
        </p:nvSpPr>
        <p:spPr>
          <a:xfrm>
            <a:off x="1003807"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18" name="Text Placeholder 25">
            <a:extLst>
              <a:ext uri="{FF2B5EF4-FFF2-40B4-BE49-F238E27FC236}">
                <a16:creationId xmlns:a16="http://schemas.microsoft.com/office/drawing/2014/main" id="{BCD1C719-53DB-4DE0-999D-A83E05EEDF81}"/>
              </a:ext>
            </a:extLst>
          </p:cNvPr>
          <p:cNvSpPr>
            <a:spLocks noGrp="1"/>
          </p:cNvSpPr>
          <p:nvPr>
            <p:ph type="body" sz="quarter" idx="27" hasCustomPrompt="1"/>
          </p:nvPr>
        </p:nvSpPr>
        <p:spPr>
          <a:xfrm>
            <a:off x="3746803"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19" name="Text Placeholder 25">
            <a:extLst>
              <a:ext uri="{FF2B5EF4-FFF2-40B4-BE49-F238E27FC236}">
                <a16:creationId xmlns:a16="http://schemas.microsoft.com/office/drawing/2014/main" id="{933372D4-A8C3-4A0E-8BC4-35430C7D44C9}"/>
              </a:ext>
            </a:extLst>
          </p:cNvPr>
          <p:cNvSpPr>
            <a:spLocks noGrp="1"/>
          </p:cNvSpPr>
          <p:nvPr>
            <p:ph type="body" sz="quarter" idx="28" hasCustomPrompt="1"/>
          </p:nvPr>
        </p:nvSpPr>
        <p:spPr>
          <a:xfrm>
            <a:off x="6600432"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20" name="Text Placeholder 25">
            <a:extLst>
              <a:ext uri="{FF2B5EF4-FFF2-40B4-BE49-F238E27FC236}">
                <a16:creationId xmlns:a16="http://schemas.microsoft.com/office/drawing/2014/main" id="{12AE7316-6AEE-48C3-B262-F48CA4EEC2F6}"/>
              </a:ext>
            </a:extLst>
          </p:cNvPr>
          <p:cNvSpPr>
            <a:spLocks noGrp="1"/>
          </p:cNvSpPr>
          <p:nvPr>
            <p:ph type="body" sz="quarter" idx="29" hasCustomPrompt="1"/>
          </p:nvPr>
        </p:nvSpPr>
        <p:spPr>
          <a:xfrm>
            <a:off x="9343428"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23" name="Footer Placeholder 6">
            <a:extLst>
              <a:ext uri="{FF2B5EF4-FFF2-40B4-BE49-F238E27FC236}">
                <a16:creationId xmlns:a16="http://schemas.microsoft.com/office/drawing/2014/main" id="{309F3C08-340B-4262-BE8D-7E0EC29922EC}"/>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4" name="Slide Number Placeholder 9">
            <a:extLst>
              <a:ext uri="{FF2B5EF4-FFF2-40B4-BE49-F238E27FC236}">
                <a16:creationId xmlns:a16="http://schemas.microsoft.com/office/drawing/2014/main" id="{D8EB1850-1114-408C-A2E4-09622ECAB106}"/>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25" name="Title 1">
            <a:extLst>
              <a:ext uri="{FF2B5EF4-FFF2-40B4-BE49-F238E27FC236}">
                <a16:creationId xmlns:a16="http://schemas.microsoft.com/office/drawing/2014/main" id="{3F77B05F-F630-4362-9489-073AAEA27D27}"/>
              </a:ext>
            </a:extLst>
          </p:cNvPr>
          <p:cNvSpPr>
            <a:spLocks noGrp="1"/>
          </p:cNvSpPr>
          <p:nvPr>
            <p:ph type="title" hasCustomPrompt="1"/>
          </p:nvPr>
        </p:nvSpPr>
        <p:spPr>
          <a:xfrm>
            <a:off x="381000" y="381001"/>
            <a:ext cx="11430000" cy="726439"/>
          </a:xfrm>
          <a:prstGeom prst="rect">
            <a:avLst/>
          </a:prstGeom>
        </p:spPr>
        <p:txBody>
          <a:bodyPr/>
          <a:lstStyle>
            <a:lvl1pPr>
              <a:lnSpc>
                <a:spcPct val="80000"/>
              </a:lnSpc>
              <a:defRPr/>
            </a:lvl1pPr>
          </a:lstStyle>
          <a:p>
            <a:r>
              <a:rPr lang="en-US"/>
              <a:t>Insert Main Title at 36pt min 30pt</a:t>
            </a:r>
          </a:p>
        </p:txBody>
      </p:sp>
      <p:sp>
        <p:nvSpPr>
          <p:cNvPr id="30" name="Text Placeholder 4">
            <a:extLst>
              <a:ext uri="{FF2B5EF4-FFF2-40B4-BE49-F238E27FC236}">
                <a16:creationId xmlns:a16="http://schemas.microsoft.com/office/drawing/2014/main" id="{D1F1FA6F-6B29-4B4E-AC66-C4BE76E3CE71}"/>
              </a:ext>
            </a:extLst>
          </p:cNvPr>
          <p:cNvSpPr>
            <a:spLocks noGrp="1"/>
          </p:cNvSpPr>
          <p:nvPr>
            <p:ph type="body" sz="quarter" idx="33" hasCustomPrompt="1"/>
          </p:nvPr>
        </p:nvSpPr>
        <p:spPr>
          <a:xfrm>
            <a:off x="663693" y="1851079"/>
            <a:ext cx="5179384" cy="537448"/>
          </a:xfrm>
        </p:spPr>
        <p:txBody>
          <a:bodyPr tIns="0" bIns="0" anchor="t">
            <a:normAutofit/>
          </a:bodyPr>
          <a:lstStyle>
            <a:lvl1pPr algn="ctr">
              <a:lnSpc>
                <a:spcPct val="90000"/>
              </a:lnSpc>
              <a:spcBef>
                <a:spcPts val="0"/>
              </a:spcBef>
              <a:defRPr sz="2200" b="1" i="0" cap="none">
                <a:solidFill>
                  <a:schemeClr val="tx1"/>
                </a:solidFill>
                <a:latin typeface="+mj-lt"/>
              </a:defRPr>
            </a:lvl1pPr>
            <a:lvl2pPr>
              <a:defRPr b="1" i="0">
                <a:solidFill>
                  <a:schemeClr val="accent1"/>
                </a:solidFill>
                <a:latin typeface="Graphik" panose="020B0503030202060203" pitchFamily="34" charset="77"/>
              </a:defRPr>
            </a:lvl2pPr>
            <a:lvl3pPr>
              <a:defRPr b="1" i="0">
                <a:solidFill>
                  <a:schemeClr val="accent1"/>
                </a:solidFill>
                <a:latin typeface="Graphik" panose="020B0503030202060203" pitchFamily="34" charset="77"/>
              </a:defRPr>
            </a:lvl3pPr>
            <a:lvl4pPr>
              <a:defRPr b="1" i="0">
                <a:solidFill>
                  <a:schemeClr val="accent1"/>
                </a:solidFill>
                <a:latin typeface="Graphik" panose="020B0503030202060203" pitchFamily="34" charset="77"/>
              </a:defRPr>
            </a:lvl4pPr>
            <a:lvl5pPr>
              <a:defRPr b="1" i="0">
                <a:solidFill>
                  <a:schemeClr val="accent1"/>
                </a:solidFill>
                <a:latin typeface="Graphik" panose="020B0503030202060203" pitchFamily="34" charset="77"/>
              </a:defRPr>
            </a:lvl5pPr>
          </a:lstStyle>
          <a:p>
            <a:pPr lvl="0"/>
            <a:r>
              <a:rPr lang="en-US"/>
              <a:t>Heading 22pt min 16pt</a:t>
            </a:r>
          </a:p>
        </p:txBody>
      </p:sp>
      <p:sp>
        <p:nvSpPr>
          <p:cNvPr id="31" name="Text Placeholder 4">
            <a:extLst>
              <a:ext uri="{FF2B5EF4-FFF2-40B4-BE49-F238E27FC236}">
                <a16:creationId xmlns:a16="http://schemas.microsoft.com/office/drawing/2014/main" id="{E4CAE9FD-CC6F-4B12-A12B-D279A44AE39D}"/>
              </a:ext>
            </a:extLst>
          </p:cNvPr>
          <p:cNvSpPr>
            <a:spLocks noGrp="1"/>
          </p:cNvSpPr>
          <p:nvPr>
            <p:ph type="body" sz="quarter" idx="34" hasCustomPrompt="1"/>
          </p:nvPr>
        </p:nvSpPr>
        <p:spPr>
          <a:xfrm>
            <a:off x="6288001" y="1851079"/>
            <a:ext cx="5179384" cy="537448"/>
          </a:xfrm>
        </p:spPr>
        <p:txBody>
          <a:bodyPr tIns="0" bIns="0" anchor="t">
            <a:normAutofit/>
          </a:bodyPr>
          <a:lstStyle>
            <a:lvl1pPr algn="ctr">
              <a:lnSpc>
                <a:spcPct val="90000"/>
              </a:lnSpc>
              <a:spcBef>
                <a:spcPts val="0"/>
              </a:spcBef>
              <a:defRPr sz="2200" b="1" i="0" cap="none">
                <a:solidFill>
                  <a:schemeClr val="tx1"/>
                </a:solidFill>
                <a:latin typeface="+mj-lt"/>
              </a:defRPr>
            </a:lvl1pPr>
            <a:lvl2pPr>
              <a:defRPr b="1" i="0">
                <a:solidFill>
                  <a:schemeClr val="accent1"/>
                </a:solidFill>
                <a:latin typeface="Graphik" panose="020B0503030202060203" pitchFamily="34" charset="77"/>
              </a:defRPr>
            </a:lvl2pPr>
            <a:lvl3pPr>
              <a:defRPr b="1" i="0">
                <a:solidFill>
                  <a:schemeClr val="accent1"/>
                </a:solidFill>
                <a:latin typeface="Graphik" panose="020B0503030202060203" pitchFamily="34" charset="77"/>
              </a:defRPr>
            </a:lvl3pPr>
            <a:lvl4pPr>
              <a:defRPr b="1" i="0">
                <a:solidFill>
                  <a:schemeClr val="accent1"/>
                </a:solidFill>
                <a:latin typeface="Graphik" panose="020B0503030202060203" pitchFamily="34" charset="77"/>
              </a:defRPr>
            </a:lvl4pPr>
            <a:lvl5pPr>
              <a:defRPr b="1" i="0">
                <a:solidFill>
                  <a:schemeClr val="accent1"/>
                </a:solidFill>
                <a:latin typeface="Graphik" panose="020B0503030202060203" pitchFamily="34" charset="77"/>
              </a:defRPr>
            </a:lvl5pPr>
          </a:lstStyle>
          <a:p>
            <a:pPr lvl="0"/>
            <a:r>
              <a:rPr lang="en-US"/>
              <a:t>Heading 22pt min 16pt</a:t>
            </a:r>
          </a:p>
        </p:txBody>
      </p:sp>
    </p:spTree>
    <p:extLst>
      <p:ext uri="{BB962C8B-B14F-4D97-AF65-F5344CB8AC3E}">
        <p14:creationId xmlns:p14="http://schemas.microsoft.com/office/powerpoint/2010/main" val="759272705"/>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ullets Option 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11BE77C-A095-46CD-A1E6-D35129200CF4}"/>
              </a:ext>
            </a:extLst>
          </p:cNvPr>
          <p:cNvSpPr/>
          <p:nvPr/>
        </p:nvSpPr>
        <p:spPr>
          <a:xfrm>
            <a:off x="1" y="1928174"/>
            <a:ext cx="12191998" cy="4405274"/>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1" name="Text Placeholder 41">
            <a:extLst>
              <a:ext uri="{FF2B5EF4-FFF2-40B4-BE49-F238E27FC236}">
                <a16:creationId xmlns:a16="http://schemas.microsoft.com/office/drawing/2014/main" id="{812566C2-550C-428D-9F25-97BA6ACC6D85}"/>
              </a:ext>
            </a:extLst>
          </p:cNvPr>
          <p:cNvSpPr>
            <a:spLocks noGrp="1"/>
          </p:cNvSpPr>
          <p:nvPr>
            <p:ph type="body" sz="quarter" idx="23" hasCustomPrompt="1"/>
          </p:nvPr>
        </p:nvSpPr>
        <p:spPr>
          <a:xfrm>
            <a:off x="1480215" y="2410216"/>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endParaRPr lang="en-US"/>
          </a:p>
        </p:txBody>
      </p:sp>
      <p:sp>
        <p:nvSpPr>
          <p:cNvPr id="22" name="Text Placeholder 41">
            <a:extLst>
              <a:ext uri="{FF2B5EF4-FFF2-40B4-BE49-F238E27FC236}">
                <a16:creationId xmlns:a16="http://schemas.microsoft.com/office/drawing/2014/main" id="{50056D35-DC61-4D0F-B0C2-B062F0DD56A4}"/>
              </a:ext>
            </a:extLst>
          </p:cNvPr>
          <p:cNvSpPr>
            <a:spLocks noGrp="1"/>
          </p:cNvSpPr>
          <p:nvPr>
            <p:ph type="body" sz="quarter" idx="24" hasCustomPrompt="1"/>
          </p:nvPr>
        </p:nvSpPr>
        <p:spPr>
          <a:xfrm>
            <a:off x="444500" y="2410216"/>
            <a:ext cx="839889"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3" name="Text Placeholder 41">
            <a:extLst>
              <a:ext uri="{FF2B5EF4-FFF2-40B4-BE49-F238E27FC236}">
                <a16:creationId xmlns:a16="http://schemas.microsoft.com/office/drawing/2014/main" id="{4F54E055-BFC8-4967-AD47-F082AF139F1D}"/>
              </a:ext>
            </a:extLst>
          </p:cNvPr>
          <p:cNvSpPr>
            <a:spLocks noGrp="1"/>
          </p:cNvSpPr>
          <p:nvPr>
            <p:ph type="body" sz="quarter" idx="25" hasCustomPrompt="1"/>
          </p:nvPr>
        </p:nvSpPr>
        <p:spPr>
          <a:xfrm>
            <a:off x="1480215" y="3635687"/>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24" name="Text Placeholder 41">
            <a:extLst>
              <a:ext uri="{FF2B5EF4-FFF2-40B4-BE49-F238E27FC236}">
                <a16:creationId xmlns:a16="http://schemas.microsoft.com/office/drawing/2014/main" id="{17A9C8F1-2B45-4232-AB93-26450C462582}"/>
              </a:ext>
            </a:extLst>
          </p:cNvPr>
          <p:cNvSpPr>
            <a:spLocks noGrp="1"/>
          </p:cNvSpPr>
          <p:nvPr>
            <p:ph type="body" sz="quarter" idx="26" hasCustomPrompt="1"/>
          </p:nvPr>
        </p:nvSpPr>
        <p:spPr>
          <a:xfrm>
            <a:off x="444501" y="3635687"/>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5" name="Text Placeholder 41">
            <a:extLst>
              <a:ext uri="{FF2B5EF4-FFF2-40B4-BE49-F238E27FC236}">
                <a16:creationId xmlns:a16="http://schemas.microsoft.com/office/drawing/2014/main" id="{D7F2FA40-8443-415A-BCEC-57907AD7C3D2}"/>
              </a:ext>
            </a:extLst>
          </p:cNvPr>
          <p:cNvSpPr>
            <a:spLocks noGrp="1"/>
          </p:cNvSpPr>
          <p:nvPr>
            <p:ph type="body" sz="quarter" idx="27" hasCustomPrompt="1"/>
          </p:nvPr>
        </p:nvSpPr>
        <p:spPr>
          <a:xfrm>
            <a:off x="1480215" y="4861158"/>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26" name="Text Placeholder 41">
            <a:extLst>
              <a:ext uri="{FF2B5EF4-FFF2-40B4-BE49-F238E27FC236}">
                <a16:creationId xmlns:a16="http://schemas.microsoft.com/office/drawing/2014/main" id="{4DFB22B2-7DED-4F30-9EEB-FB3AE9BC7459}"/>
              </a:ext>
            </a:extLst>
          </p:cNvPr>
          <p:cNvSpPr>
            <a:spLocks noGrp="1"/>
          </p:cNvSpPr>
          <p:nvPr>
            <p:ph type="body" sz="quarter" idx="28" hasCustomPrompt="1"/>
          </p:nvPr>
        </p:nvSpPr>
        <p:spPr>
          <a:xfrm>
            <a:off x="444501" y="4861158"/>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33" name="Text Placeholder 41">
            <a:extLst>
              <a:ext uri="{FF2B5EF4-FFF2-40B4-BE49-F238E27FC236}">
                <a16:creationId xmlns:a16="http://schemas.microsoft.com/office/drawing/2014/main" id="{80618C3C-6BED-4F24-8BC3-0BA6574D0AA9}"/>
              </a:ext>
            </a:extLst>
          </p:cNvPr>
          <p:cNvSpPr>
            <a:spLocks noGrp="1"/>
          </p:cNvSpPr>
          <p:nvPr>
            <p:ph type="body" sz="quarter" idx="29" hasCustomPrompt="1"/>
          </p:nvPr>
        </p:nvSpPr>
        <p:spPr>
          <a:xfrm>
            <a:off x="7131715" y="2410216"/>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34" name="Text Placeholder 41">
            <a:extLst>
              <a:ext uri="{FF2B5EF4-FFF2-40B4-BE49-F238E27FC236}">
                <a16:creationId xmlns:a16="http://schemas.microsoft.com/office/drawing/2014/main" id="{18039CC1-2EA8-4C41-979B-4D20FB6809F8}"/>
              </a:ext>
            </a:extLst>
          </p:cNvPr>
          <p:cNvSpPr>
            <a:spLocks noGrp="1"/>
          </p:cNvSpPr>
          <p:nvPr>
            <p:ph type="body" sz="quarter" idx="30" hasCustomPrompt="1"/>
          </p:nvPr>
        </p:nvSpPr>
        <p:spPr>
          <a:xfrm>
            <a:off x="6096000" y="2410216"/>
            <a:ext cx="839889"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35" name="Text Placeholder 41">
            <a:extLst>
              <a:ext uri="{FF2B5EF4-FFF2-40B4-BE49-F238E27FC236}">
                <a16:creationId xmlns:a16="http://schemas.microsoft.com/office/drawing/2014/main" id="{5A1FF5E6-3D7C-4087-AFF1-48A99E04CE23}"/>
              </a:ext>
            </a:extLst>
          </p:cNvPr>
          <p:cNvSpPr>
            <a:spLocks noGrp="1"/>
          </p:cNvSpPr>
          <p:nvPr>
            <p:ph type="body" sz="quarter" idx="31" hasCustomPrompt="1"/>
          </p:nvPr>
        </p:nvSpPr>
        <p:spPr>
          <a:xfrm>
            <a:off x="7131715" y="3635687"/>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36" name="Text Placeholder 41">
            <a:extLst>
              <a:ext uri="{FF2B5EF4-FFF2-40B4-BE49-F238E27FC236}">
                <a16:creationId xmlns:a16="http://schemas.microsoft.com/office/drawing/2014/main" id="{BB2C9A29-68E9-4B62-8688-F3255D0DC6FC}"/>
              </a:ext>
            </a:extLst>
          </p:cNvPr>
          <p:cNvSpPr>
            <a:spLocks noGrp="1"/>
          </p:cNvSpPr>
          <p:nvPr>
            <p:ph type="body" sz="quarter" idx="32" hasCustomPrompt="1"/>
          </p:nvPr>
        </p:nvSpPr>
        <p:spPr>
          <a:xfrm>
            <a:off x="6096001" y="3635687"/>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37" name="Text Placeholder 41">
            <a:extLst>
              <a:ext uri="{FF2B5EF4-FFF2-40B4-BE49-F238E27FC236}">
                <a16:creationId xmlns:a16="http://schemas.microsoft.com/office/drawing/2014/main" id="{353E4163-5423-4488-93B4-72E261A04E01}"/>
              </a:ext>
            </a:extLst>
          </p:cNvPr>
          <p:cNvSpPr>
            <a:spLocks noGrp="1"/>
          </p:cNvSpPr>
          <p:nvPr>
            <p:ph type="body" sz="quarter" idx="33" hasCustomPrompt="1"/>
          </p:nvPr>
        </p:nvSpPr>
        <p:spPr>
          <a:xfrm>
            <a:off x="7131715" y="4861158"/>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38" name="Text Placeholder 41">
            <a:extLst>
              <a:ext uri="{FF2B5EF4-FFF2-40B4-BE49-F238E27FC236}">
                <a16:creationId xmlns:a16="http://schemas.microsoft.com/office/drawing/2014/main" id="{EC5DB573-F8E8-4DEA-AEA6-9E4D218638CE}"/>
              </a:ext>
            </a:extLst>
          </p:cNvPr>
          <p:cNvSpPr>
            <a:spLocks noGrp="1"/>
          </p:cNvSpPr>
          <p:nvPr>
            <p:ph type="body" sz="quarter" idx="34" hasCustomPrompt="1"/>
          </p:nvPr>
        </p:nvSpPr>
        <p:spPr>
          <a:xfrm>
            <a:off x="6096001" y="4861158"/>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18" name="Footer Placeholder 6">
            <a:extLst>
              <a:ext uri="{FF2B5EF4-FFF2-40B4-BE49-F238E27FC236}">
                <a16:creationId xmlns:a16="http://schemas.microsoft.com/office/drawing/2014/main" id="{1409C984-F547-42F7-B88C-526E030405E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8" name="Slide Number Placeholder 9">
            <a:extLst>
              <a:ext uri="{FF2B5EF4-FFF2-40B4-BE49-F238E27FC236}">
                <a16:creationId xmlns:a16="http://schemas.microsoft.com/office/drawing/2014/main" id="{829B10C9-5B15-4D0E-BE03-A02D6DD428A6}"/>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9" name="Title Placeholder 1">
            <a:extLst>
              <a:ext uri="{FF2B5EF4-FFF2-40B4-BE49-F238E27FC236}">
                <a16:creationId xmlns:a16="http://schemas.microsoft.com/office/drawing/2014/main" id="{A822CE51-5843-4191-8C13-33C560880596}"/>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3946602674"/>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ullets Option 5">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11BE77C-A095-46CD-A1E6-D35129200CF4}"/>
              </a:ext>
            </a:extLst>
          </p:cNvPr>
          <p:cNvSpPr/>
          <p:nvPr/>
        </p:nvSpPr>
        <p:spPr>
          <a:xfrm>
            <a:off x="1" y="1754996"/>
            <a:ext cx="12191998" cy="457845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8" name="Footer Placeholder 6">
            <a:extLst>
              <a:ext uri="{FF2B5EF4-FFF2-40B4-BE49-F238E27FC236}">
                <a16:creationId xmlns:a16="http://schemas.microsoft.com/office/drawing/2014/main" id="{1409C984-F547-42F7-B88C-526E030405E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8" name="Slide Number Placeholder 9">
            <a:extLst>
              <a:ext uri="{FF2B5EF4-FFF2-40B4-BE49-F238E27FC236}">
                <a16:creationId xmlns:a16="http://schemas.microsoft.com/office/drawing/2014/main" id="{829B10C9-5B15-4D0E-BE03-A02D6DD428A6}"/>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9" name="Title Placeholder 1">
            <a:extLst>
              <a:ext uri="{FF2B5EF4-FFF2-40B4-BE49-F238E27FC236}">
                <a16:creationId xmlns:a16="http://schemas.microsoft.com/office/drawing/2014/main" id="{FFD4091F-4540-47D0-9D89-6BCB0291E505}"/>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
        <p:nvSpPr>
          <p:cNvPr id="32" name="Text Placeholder 41">
            <a:extLst>
              <a:ext uri="{FF2B5EF4-FFF2-40B4-BE49-F238E27FC236}">
                <a16:creationId xmlns:a16="http://schemas.microsoft.com/office/drawing/2014/main" id="{53346DC2-FD7B-49C4-8AAB-B359175B7BF5}"/>
              </a:ext>
            </a:extLst>
          </p:cNvPr>
          <p:cNvSpPr>
            <a:spLocks noGrp="1"/>
          </p:cNvSpPr>
          <p:nvPr>
            <p:ph type="body" sz="quarter" idx="24" hasCustomPrompt="1"/>
          </p:nvPr>
        </p:nvSpPr>
        <p:spPr>
          <a:xfrm>
            <a:off x="381001" y="2104386"/>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3" name="Text Placeholder 41">
            <a:extLst>
              <a:ext uri="{FF2B5EF4-FFF2-40B4-BE49-F238E27FC236}">
                <a16:creationId xmlns:a16="http://schemas.microsoft.com/office/drawing/2014/main" id="{AC42A312-9979-4A01-9158-57CD4C8CA33D}"/>
              </a:ext>
            </a:extLst>
          </p:cNvPr>
          <p:cNvSpPr>
            <a:spLocks noGrp="1"/>
          </p:cNvSpPr>
          <p:nvPr>
            <p:ph type="body" sz="quarter" idx="45" hasCustomPrompt="1"/>
          </p:nvPr>
        </p:nvSpPr>
        <p:spPr>
          <a:xfrm>
            <a:off x="381000" y="3532780"/>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4" name="Text Placeholder 41">
            <a:extLst>
              <a:ext uri="{FF2B5EF4-FFF2-40B4-BE49-F238E27FC236}">
                <a16:creationId xmlns:a16="http://schemas.microsoft.com/office/drawing/2014/main" id="{E6AD4056-7137-4DCF-A115-E508E36FD57C}"/>
              </a:ext>
            </a:extLst>
          </p:cNvPr>
          <p:cNvSpPr>
            <a:spLocks noGrp="1"/>
          </p:cNvSpPr>
          <p:nvPr>
            <p:ph type="body" sz="quarter" idx="46" hasCustomPrompt="1"/>
          </p:nvPr>
        </p:nvSpPr>
        <p:spPr>
          <a:xfrm>
            <a:off x="380999" y="4965814"/>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5" name="Text Placeholder 41">
            <a:extLst>
              <a:ext uri="{FF2B5EF4-FFF2-40B4-BE49-F238E27FC236}">
                <a16:creationId xmlns:a16="http://schemas.microsoft.com/office/drawing/2014/main" id="{C209F1A0-3F27-4F19-87B3-B17D5D0FF7A5}"/>
              </a:ext>
            </a:extLst>
          </p:cNvPr>
          <p:cNvSpPr>
            <a:spLocks noGrp="1"/>
          </p:cNvSpPr>
          <p:nvPr>
            <p:ph type="body" sz="quarter" idx="47" hasCustomPrompt="1"/>
          </p:nvPr>
        </p:nvSpPr>
        <p:spPr>
          <a:xfrm>
            <a:off x="6103436" y="2104386"/>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6" name="Text Placeholder 41">
            <a:extLst>
              <a:ext uri="{FF2B5EF4-FFF2-40B4-BE49-F238E27FC236}">
                <a16:creationId xmlns:a16="http://schemas.microsoft.com/office/drawing/2014/main" id="{8FD5C041-A388-41EA-ABD7-248D2E8C55D3}"/>
              </a:ext>
            </a:extLst>
          </p:cNvPr>
          <p:cNvSpPr>
            <a:spLocks noGrp="1"/>
          </p:cNvSpPr>
          <p:nvPr>
            <p:ph type="body" sz="quarter" idx="48" hasCustomPrompt="1"/>
          </p:nvPr>
        </p:nvSpPr>
        <p:spPr>
          <a:xfrm>
            <a:off x="6103435" y="3532780"/>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7" name="Text Placeholder 41">
            <a:extLst>
              <a:ext uri="{FF2B5EF4-FFF2-40B4-BE49-F238E27FC236}">
                <a16:creationId xmlns:a16="http://schemas.microsoft.com/office/drawing/2014/main" id="{C81EE5FD-7567-45E7-B11B-1CDE922D19C1}"/>
              </a:ext>
            </a:extLst>
          </p:cNvPr>
          <p:cNvSpPr>
            <a:spLocks noGrp="1"/>
          </p:cNvSpPr>
          <p:nvPr>
            <p:ph type="body" sz="quarter" idx="49" hasCustomPrompt="1"/>
          </p:nvPr>
        </p:nvSpPr>
        <p:spPr>
          <a:xfrm>
            <a:off x="6103434" y="4965814"/>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Tree>
    <p:extLst>
      <p:ext uri="{BB962C8B-B14F-4D97-AF65-F5344CB8AC3E}">
        <p14:creationId xmlns:p14="http://schemas.microsoft.com/office/powerpoint/2010/main" val="3579895385"/>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ullets Option 6">
    <p:spTree>
      <p:nvGrpSpPr>
        <p:cNvPr id="1" name=""/>
        <p:cNvGrpSpPr/>
        <p:nvPr/>
      </p:nvGrpSpPr>
      <p:grpSpPr>
        <a:xfrm>
          <a:off x="0" y="0"/>
          <a:ext cx="0" cy="0"/>
          <a:chOff x="0" y="0"/>
          <a:chExt cx="0" cy="0"/>
        </a:xfrm>
      </p:grpSpPr>
      <p:sp>
        <p:nvSpPr>
          <p:cNvPr id="18" name="Text Placeholder 3">
            <a:extLst>
              <a:ext uri="{FF2B5EF4-FFF2-40B4-BE49-F238E27FC236}">
                <a16:creationId xmlns:a16="http://schemas.microsoft.com/office/drawing/2014/main" id="{59EABE65-FD93-400B-BAEB-2365B18C1003}"/>
              </a:ext>
            </a:extLst>
          </p:cNvPr>
          <p:cNvSpPr>
            <a:spLocks noGrp="1"/>
          </p:cNvSpPr>
          <p:nvPr>
            <p:ph type="body" sz="quarter" idx="11" hasCustomPrompt="1"/>
          </p:nvPr>
        </p:nvSpPr>
        <p:spPr>
          <a:xfrm>
            <a:off x="409575" y="1467048"/>
            <a:ext cx="3243135" cy="1568380"/>
          </a:xfrm>
        </p:spPr>
        <p:txBody>
          <a:bodyPr anchor="b">
            <a:normAutofit/>
          </a:bodyPr>
          <a:lstStyle>
            <a:lvl1pPr>
              <a:defRPr lang="en-US" sz="3600" b="1" kern="1200" dirty="0" smtClean="0">
                <a:solidFill>
                  <a:srgbClr val="A100FF"/>
                </a:solidFill>
                <a:latin typeface="+mj-lt"/>
                <a:ea typeface="+mn-ea"/>
                <a:cs typeface="+mn-cs"/>
              </a:defRPr>
            </a:lvl1pPr>
          </a:lstStyle>
          <a:p>
            <a:pPr lvl="0"/>
            <a:r>
              <a:rPr lang="en-US"/>
              <a:t>#</a:t>
            </a:r>
          </a:p>
        </p:txBody>
      </p:sp>
      <p:sp>
        <p:nvSpPr>
          <p:cNvPr id="19" name="Text Placeholder 3">
            <a:extLst>
              <a:ext uri="{FF2B5EF4-FFF2-40B4-BE49-F238E27FC236}">
                <a16:creationId xmlns:a16="http://schemas.microsoft.com/office/drawing/2014/main" id="{047176E6-F8F4-49FC-A12D-CEB5CA6D6075}"/>
              </a:ext>
            </a:extLst>
          </p:cNvPr>
          <p:cNvSpPr>
            <a:spLocks noGrp="1"/>
          </p:cNvSpPr>
          <p:nvPr>
            <p:ph type="body" sz="quarter" idx="12" hasCustomPrompt="1"/>
          </p:nvPr>
        </p:nvSpPr>
        <p:spPr>
          <a:xfrm>
            <a:off x="409575" y="3256510"/>
            <a:ext cx="3243135" cy="2159189"/>
          </a:xfrm>
        </p:spPr>
        <p:txBody>
          <a:bodyPr>
            <a:normAutofit/>
          </a:bodyPr>
          <a:lstStyle>
            <a:lvl1pPr>
              <a:lnSpc>
                <a:spcPct val="100000"/>
              </a:lnSpc>
              <a:defRPr sz="1400" b="0" cap="none">
                <a:latin typeface="+mn-lt"/>
              </a:defRPr>
            </a:lvl1pPr>
          </a:lstStyle>
          <a:p>
            <a:pPr lvl="0"/>
            <a:r>
              <a:rPr lang="en-US"/>
              <a:t>Click to edit master text styles</a:t>
            </a:r>
          </a:p>
        </p:txBody>
      </p:sp>
      <p:sp>
        <p:nvSpPr>
          <p:cNvPr id="20" name="Text Placeholder 3">
            <a:extLst>
              <a:ext uri="{FF2B5EF4-FFF2-40B4-BE49-F238E27FC236}">
                <a16:creationId xmlns:a16="http://schemas.microsoft.com/office/drawing/2014/main" id="{7AF73BDE-319D-4219-A5C1-DEB579218903}"/>
              </a:ext>
            </a:extLst>
          </p:cNvPr>
          <p:cNvSpPr>
            <a:spLocks noGrp="1"/>
          </p:cNvSpPr>
          <p:nvPr>
            <p:ph type="body" sz="quarter" idx="13" hasCustomPrompt="1"/>
          </p:nvPr>
        </p:nvSpPr>
        <p:spPr>
          <a:xfrm>
            <a:off x="4497451" y="1467048"/>
            <a:ext cx="3243135" cy="1568380"/>
          </a:xfrm>
        </p:spPr>
        <p:txBody>
          <a:bodyPr anchor="b">
            <a:normAutofit/>
          </a:bodyPr>
          <a:lstStyle>
            <a:lvl1pPr>
              <a:defRPr lang="en-US" sz="3600" b="1" kern="1200" dirty="0" smtClean="0">
                <a:solidFill>
                  <a:srgbClr val="A100FF"/>
                </a:solidFill>
                <a:latin typeface="+mj-lt"/>
                <a:ea typeface="+mn-ea"/>
                <a:cs typeface="+mn-cs"/>
              </a:defRPr>
            </a:lvl1pPr>
          </a:lstStyle>
          <a:p>
            <a:pPr lvl="0"/>
            <a:r>
              <a:rPr lang="en-US"/>
              <a:t>#</a:t>
            </a:r>
          </a:p>
        </p:txBody>
      </p:sp>
      <p:sp>
        <p:nvSpPr>
          <p:cNvPr id="21" name="Text Placeholder 3">
            <a:extLst>
              <a:ext uri="{FF2B5EF4-FFF2-40B4-BE49-F238E27FC236}">
                <a16:creationId xmlns:a16="http://schemas.microsoft.com/office/drawing/2014/main" id="{60DF4D03-0BE8-4D31-82A4-F39747E4BF98}"/>
              </a:ext>
            </a:extLst>
          </p:cNvPr>
          <p:cNvSpPr>
            <a:spLocks noGrp="1"/>
          </p:cNvSpPr>
          <p:nvPr>
            <p:ph type="body" sz="quarter" idx="14" hasCustomPrompt="1"/>
          </p:nvPr>
        </p:nvSpPr>
        <p:spPr>
          <a:xfrm>
            <a:off x="4497451" y="3256510"/>
            <a:ext cx="3243135" cy="2159189"/>
          </a:xfrm>
        </p:spPr>
        <p:txBody>
          <a:bodyPr>
            <a:normAutofit/>
          </a:bodyPr>
          <a:lstStyle>
            <a:lvl1pPr>
              <a:lnSpc>
                <a:spcPct val="100000"/>
              </a:lnSpc>
              <a:defRPr sz="1400" b="0" cap="none">
                <a:latin typeface="+mn-lt"/>
              </a:defRPr>
            </a:lvl1pPr>
          </a:lstStyle>
          <a:p>
            <a:pPr lvl="0"/>
            <a:r>
              <a:rPr lang="en-US"/>
              <a:t>Click to edit master text styles</a:t>
            </a:r>
          </a:p>
        </p:txBody>
      </p:sp>
      <p:sp>
        <p:nvSpPr>
          <p:cNvPr id="22" name="Text Placeholder 3">
            <a:extLst>
              <a:ext uri="{FF2B5EF4-FFF2-40B4-BE49-F238E27FC236}">
                <a16:creationId xmlns:a16="http://schemas.microsoft.com/office/drawing/2014/main" id="{112886E8-E82B-4DDD-A8BC-ECFC852D3930}"/>
              </a:ext>
            </a:extLst>
          </p:cNvPr>
          <p:cNvSpPr>
            <a:spLocks noGrp="1"/>
          </p:cNvSpPr>
          <p:nvPr>
            <p:ph type="body" sz="quarter" idx="15" hasCustomPrompt="1"/>
          </p:nvPr>
        </p:nvSpPr>
        <p:spPr>
          <a:xfrm>
            <a:off x="8585328" y="1467048"/>
            <a:ext cx="3243135" cy="1568380"/>
          </a:xfrm>
        </p:spPr>
        <p:txBody>
          <a:bodyPr anchor="b">
            <a:normAutofit/>
          </a:bodyPr>
          <a:lstStyle>
            <a:lvl1pPr>
              <a:defRPr lang="en-US" sz="3600" b="1" kern="1200" dirty="0" smtClean="0">
                <a:solidFill>
                  <a:srgbClr val="A100FF"/>
                </a:solidFill>
                <a:latin typeface="+mj-lt"/>
                <a:ea typeface="+mn-ea"/>
                <a:cs typeface="+mn-cs"/>
              </a:defRPr>
            </a:lvl1pPr>
          </a:lstStyle>
          <a:p>
            <a:pPr lvl="0"/>
            <a:r>
              <a:rPr lang="en-US"/>
              <a:t>#</a:t>
            </a:r>
          </a:p>
        </p:txBody>
      </p:sp>
      <p:sp>
        <p:nvSpPr>
          <p:cNvPr id="23" name="Text Placeholder 3">
            <a:extLst>
              <a:ext uri="{FF2B5EF4-FFF2-40B4-BE49-F238E27FC236}">
                <a16:creationId xmlns:a16="http://schemas.microsoft.com/office/drawing/2014/main" id="{FB202F5B-10E0-4D04-965B-2D05E3CD180C}"/>
              </a:ext>
            </a:extLst>
          </p:cNvPr>
          <p:cNvSpPr>
            <a:spLocks noGrp="1"/>
          </p:cNvSpPr>
          <p:nvPr>
            <p:ph type="body" sz="quarter" idx="16" hasCustomPrompt="1"/>
          </p:nvPr>
        </p:nvSpPr>
        <p:spPr>
          <a:xfrm>
            <a:off x="8585328" y="3256510"/>
            <a:ext cx="3243135" cy="2159189"/>
          </a:xfrm>
        </p:spPr>
        <p:txBody>
          <a:bodyPr>
            <a:normAutofit/>
          </a:bodyPr>
          <a:lstStyle>
            <a:lvl1pPr>
              <a:lnSpc>
                <a:spcPct val="100000"/>
              </a:lnSpc>
              <a:defRPr sz="1400" b="0" cap="none">
                <a:latin typeface="+mn-lt"/>
              </a:defRPr>
            </a:lvl1pPr>
          </a:lstStyle>
          <a:p>
            <a:pPr lvl="0"/>
            <a:r>
              <a:rPr lang="en-US"/>
              <a:t>Click to edit master text styles</a:t>
            </a:r>
          </a:p>
        </p:txBody>
      </p:sp>
      <p:sp>
        <p:nvSpPr>
          <p:cNvPr id="13" name="Footer Placeholder 6">
            <a:extLst>
              <a:ext uri="{FF2B5EF4-FFF2-40B4-BE49-F238E27FC236}">
                <a16:creationId xmlns:a16="http://schemas.microsoft.com/office/drawing/2014/main" id="{6B25A7F6-703D-4F00-A0EC-1566C7F2D3DB}"/>
              </a:ext>
            </a:extLst>
          </p:cNvPr>
          <p:cNvSpPr>
            <a:spLocks noGrp="1"/>
          </p:cNvSpPr>
          <p:nvPr>
            <p:ph type="ftr" sz="quarter" idx="17"/>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4" name="Slide Number Placeholder 9">
            <a:extLst>
              <a:ext uri="{FF2B5EF4-FFF2-40B4-BE49-F238E27FC236}">
                <a16:creationId xmlns:a16="http://schemas.microsoft.com/office/drawing/2014/main" id="{26FD1142-0F2D-45CB-946D-E52751A238A6}"/>
              </a:ext>
            </a:extLst>
          </p:cNvPr>
          <p:cNvSpPr>
            <a:spLocks noGrp="1"/>
          </p:cNvSpPr>
          <p:nvPr>
            <p:ph type="sldNum" sz="quarter" idx="18"/>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6" name="Title 1">
            <a:extLst>
              <a:ext uri="{FF2B5EF4-FFF2-40B4-BE49-F238E27FC236}">
                <a16:creationId xmlns:a16="http://schemas.microsoft.com/office/drawing/2014/main" id="{1104290A-1E04-4AF8-82EA-4BADC574788C}"/>
              </a:ext>
            </a:extLst>
          </p:cNvPr>
          <p:cNvSpPr>
            <a:spLocks noGrp="1"/>
          </p:cNvSpPr>
          <p:nvPr>
            <p:ph type="title" hasCustomPrompt="1"/>
          </p:nvPr>
        </p:nvSpPr>
        <p:spPr>
          <a:xfrm>
            <a:off x="381000" y="381001"/>
            <a:ext cx="11430000" cy="726439"/>
          </a:xfrm>
          <a:prstGeom prst="rect">
            <a:avLst/>
          </a:prstGeom>
        </p:spPr>
        <p:txBody>
          <a:bodyPr>
            <a:normAutofit/>
          </a:bodyPr>
          <a:lstStyle>
            <a:lvl1pPr>
              <a:lnSpc>
                <a:spcPct val="80000"/>
              </a:lnSpc>
              <a:defRPr/>
            </a:lvl1pPr>
          </a:lstStyle>
          <a:p>
            <a:r>
              <a:rPr lang="en-US"/>
              <a:t>Insert Main Title at 36pt min 30pt</a:t>
            </a:r>
          </a:p>
        </p:txBody>
      </p:sp>
    </p:spTree>
    <p:extLst>
      <p:ext uri="{BB962C8B-B14F-4D97-AF65-F5344CB8AC3E}">
        <p14:creationId xmlns:p14="http://schemas.microsoft.com/office/powerpoint/2010/main" val="1332369128"/>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ullets Option 7">
    <p:spTree>
      <p:nvGrpSpPr>
        <p:cNvPr id="1" name=""/>
        <p:cNvGrpSpPr/>
        <p:nvPr/>
      </p:nvGrpSpPr>
      <p:grpSpPr>
        <a:xfrm>
          <a:off x="0" y="0"/>
          <a:ext cx="0" cy="0"/>
          <a:chOff x="0" y="0"/>
          <a:chExt cx="0" cy="0"/>
        </a:xfrm>
      </p:grpSpPr>
      <p:sp>
        <p:nvSpPr>
          <p:cNvPr id="16" name="Text Placeholder 41">
            <a:extLst>
              <a:ext uri="{FF2B5EF4-FFF2-40B4-BE49-F238E27FC236}">
                <a16:creationId xmlns:a16="http://schemas.microsoft.com/office/drawing/2014/main" id="{9DFDC4DC-01F9-4BD6-BF0E-69725B783A06}"/>
              </a:ext>
            </a:extLst>
          </p:cNvPr>
          <p:cNvSpPr>
            <a:spLocks noGrp="1"/>
          </p:cNvSpPr>
          <p:nvPr>
            <p:ph type="body" sz="quarter" idx="25" hasCustomPrompt="1"/>
          </p:nvPr>
        </p:nvSpPr>
        <p:spPr>
          <a:xfrm>
            <a:off x="381000"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17" name="Text Placeholder 41">
            <a:extLst>
              <a:ext uri="{FF2B5EF4-FFF2-40B4-BE49-F238E27FC236}">
                <a16:creationId xmlns:a16="http://schemas.microsoft.com/office/drawing/2014/main" id="{24432DF7-B547-40FF-A825-45A78D2CB852}"/>
              </a:ext>
            </a:extLst>
          </p:cNvPr>
          <p:cNvSpPr>
            <a:spLocks noGrp="1"/>
          </p:cNvSpPr>
          <p:nvPr>
            <p:ph type="body" sz="quarter" idx="24" hasCustomPrompt="1"/>
          </p:nvPr>
        </p:nvSpPr>
        <p:spPr>
          <a:xfrm>
            <a:off x="381000"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18" name="Text Placeholder 41">
            <a:extLst>
              <a:ext uri="{FF2B5EF4-FFF2-40B4-BE49-F238E27FC236}">
                <a16:creationId xmlns:a16="http://schemas.microsoft.com/office/drawing/2014/main" id="{233FEC15-78F4-43A2-A63C-053354C12341}"/>
              </a:ext>
            </a:extLst>
          </p:cNvPr>
          <p:cNvSpPr>
            <a:spLocks noGrp="1"/>
          </p:cNvSpPr>
          <p:nvPr>
            <p:ph type="body" sz="quarter" idx="36" hasCustomPrompt="1"/>
          </p:nvPr>
        </p:nvSpPr>
        <p:spPr>
          <a:xfrm>
            <a:off x="3243456"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19" name="Text Placeholder 41">
            <a:extLst>
              <a:ext uri="{FF2B5EF4-FFF2-40B4-BE49-F238E27FC236}">
                <a16:creationId xmlns:a16="http://schemas.microsoft.com/office/drawing/2014/main" id="{5EA5DC18-5421-48CE-8B85-A27A2B4A5041}"/>
              </a:ext>
            </a:extLst>
          </p:cNvPr>
          <p:cNvSpPr>
            <a:spLocks noGrp="1"/>
          </p:cNvSpPr>
          <p:nvPr>
            <p:ph type="body" sz="quarter" idx="37" hasCustomPrompt="1"/>
          </p:nvPr>
        </p:nvSpPr>
        <p:spPr>
          <a:xfrm>
            <a:off x="3243456"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0" name="Text Placeholder 41">
            <a:extLst>
              <a:ext uri="{FF2B5EF4-FFF2-40B4-BE49-F238E27FC236}">
                <a16:creationId xmlns:a16="http://schemas.microsoft.com/office/drawing/2014/main" id="{B0E58F9C-D684-471B-BFF1-044DDB7AB07F}"/>
              </a:ext>
            </a:extLst>
          </p:cNvPr>
          <p:cNvSpPr>
            <a:spLocks noGrp="1"/>
          </p:cNvSpPr>
          <p:nvPr>
            <p:ph type="body" sz="quarter" idx="38" hasCustomPrompt="1"/>
          </p:nvPr>
        </p:nvSpPr>
        <p:spPr>
          <a:xfrm>
            <a:off x="6105912"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21" name="Text Placeholder 41">
            <a:extLst>
              <a:ext uri="{FF2B5EF4-FFF2-40B4-BE49-F238E27FC236}">
                <a16:creationId xmlns:a16="http://schemas.microsoft.com/office/drawing/2014/main" id="{4FEA6FC0-ADA0-43DC-9D26-5E114F073723}"/>
              </a:ext>
            </a:extLst>
          </p:cNvPr>
          <p:cNvSpPr>
            <a:spLocks noGrp="1"/>
          </p:cNvSpPr>
          <p:nvPr>
            <p:ph type="body" sz="quarter" idx="39" hasCustomPrompt="1"/>
          </p:nvPr>
        </p:nvSpPr>
        <p:spPr>
          <a:xfrm>
            <a:off x="6105912"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2" name="Text Placeholder 41">
            <a:extLst>
              <a:ext uri="{FF2B5EF4-FFF2-40B4-BE49-F238E27FC236}">
                <a16:creationId xmlns:a16="http://schemas.microsoft.com/office/drawing/2014/main" id="{8F8EE1D1-37AE-4F77-B057-69366C5878FE}"/>
              </a:ext>
            </a:extLst>
          </p:cNvPr>
          <p:cNvSpPr>
            <a:spLocks noGrp="1"/>
          </p:cNvSpPr>
          <p:nvPr>
            <p:ph type="body" sz="quarter" idx="40" hasCustomPrompt="1"/>
          </p:nvPr>
        </p:nvSpPr>
        <p:spPr>
          <a:xfrm>
            <a:off x="8968368"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23" name="Text Placeholder 41">
            <a:extLst>
              <a:ext uri="{FF2B5EF4-FFF2-40B4-BE49-F238E27FC236}">
                <a16:creationId xmlns:a16="http://schemas.microsoft.com/office/drawing/2014/main" id="{91797188-BDCB-4CC5-BCBE-30AD9A4C4508}"/>
              </a:ext>
            </a:extLst>
          </p:cNvPr>
          <p:cNvSpPr>
            <a:spLocks noGrp="1"/>
          </p:cNvSpPr>
          <p:nvPr>
            <p:ph type="body" sz="quarter" idx="41" hasCustomPrompt="1"/>
          </p:nvPr>
        </p:nvSpPr>
        <p:spPr>
          <a:xfrm>
            <a:off x="8968368"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13" name="Footer Placeholder 6">
            <a:extLst>
              <a:ext uri="{FF2B5EF4-FFF2-40B4-BE49-F238E27FC236}">
                <a16:creationId xmlns:a16="http://schemas.microsoft.com/office/drawing/2014/main" id="{9D5BE5DC-7FFD-494C-891B-8A475F26F4EE}"/>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4" name="Slide Number Placeholder 9">
            <a:extLst>
              <a:ext uri="{FF2B5EF4-FFF2-40B4-BE49-F238E27FC236}">
                <a16:creationId xmlns:a16="http://schemas.microsoft.com/office/drawing/2014/main" id="{3A863DAF-BB89-4865-8063-7F6B6BAB4533}"/>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5" name="Title Placeholder 1">
            <a:extLst>
              <a:ext uri="{FF2B5EF4-FFF2-40B4-BE49-F238E27FC236}">
                <a16:creationId xmlns:a16="http://schemas.microsoft.com/office/drawing/2014/main" id="{C770A387-6C5D-4E48-960C-8587FDB8AC83}"/>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4062992953"/>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People opt 2">
    <p:bg>
      <p:bgPr>
        <a:solidFill>
          <a:schemeClr val="bg1"/>
        </a:solidFill>
        <a:effectLst/>
      </p:bgPr>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7E061C87-E253-4832-BFB5-F70B539C6454}"/>
              </a:ext>
            </a:extLst>
          </p:cNvPr>
          <p:cNvSpPr>
            <a:spLocks noGrp="1"/>
          </p:cNvSpPr>
          <p:nvPr>
            <p:ph type="pic" sz="quarter" idx="12" hasCustomPrompt="1"/>
          </p:nvPr>
        </p:nvSpPr>
        <p:spPr>
          <a:xfrm>
            <a:off x="1147889"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2" name="Picture Placeholder 6">
            <a:extLst>
              <a:ext uri="{FF2B5EF4-FFF2-40B4-BE49-F238E27FC236}">
                <a16:creationId xmlns:a16="http://schemas.microsoft.com/office/drawing/2014/main" id="{9A86D32D-DCCA-FB41-AD6B-6114273CE677}"/>
              </a:ext>
            </a:extLst>
          </p:cNvPr>
          <p:cNvSpPr>
            <a:spLocks noGrp="1"/>
          </p:cNvSpPr>
          <p:nvPr>
            <p:ph type="pic" sz="quarter" idx="38" hasCustomPrompt="1"/>
          </p:nvPr>
        </p:nvSpPr>
        <p:spPr>
          <a:xfrm>
            <a:off x="3815262"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4" name="Picture Placeholder 6">
            <a:extLst>
              <a:ext uri="{FF2B5EF4-FFF2-40B4-BE49-F238E27FC236}">
                <a16:creationId xmlns:a16="http://schemas.microsoft.com/office/drawing/2014/main" id="{B3FA79AB-3280-3942-8811-1F447CF932F4}"/>
              </a:ext>
            </a:extLst>
          </p:cNvPr>
          <p:cNvSpPr>
            <a:spLocks noGrp="1"/>
          </p:cNvSpPr>
          <p:nvPr>
            <p:ph type="pic" sz="quarter" idx="40" hasCustomPrompt="1"/>
          </p:nvPr>
        </p:nvSpPr>
        <p:spPr>
          <a:xfrm>
            <a:off x="6482635"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7" name="Picture Placeholder 6">
            <a:extLst>
              <a:ext uri="{FF2B5EF4-FFF2-40B4-BE49-F238E27FC236}">
                <a16:creationId xmlns:a16="http://schemas.microsoft.com/office/drawing/2014/main" id="{F226A25B-26CF-1C41-961E-12B3F363E009}"/>
              </a:ext>
            </a:extLst>
          </p:cNvPr>
          <p:cNvSpPr>
            <a:spLocks noGrp="1"/>
          </p:cNvSpPr>
          <p:nvPr>
            <p:ph type="pic" sz="quarter" idx="42" hasCustomPrompt="1"/>
          </p:nvPr>
        </p:nvSpPr>
        <p:spPr>
          <a:xfrm>
            <a:off x="9150007"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8" name="Title 1">
            <a:extLst>
              <a:ext uri="{FF2B5EF4-FFF2-40B4-BE49-F238E27FC236}">
                <a16:creationId xmlns:a16="http://schemas.microsoft.com/office/drawing/2014/main" id="{06B7DA53-39E1-40DB-8E3D-AC55EE3B9DC3}"/>
              </a:ext>
            </a:extLst>
          </p:cNvPr>
          <p:cNvSpPr>
            <a:spLocks noGrp="1"/>
          </p:cNvSpPr>
          <p:nvPr>
            <p:ph type="title" hasCustomPrompt="1"/>
          </p:nvPr>
        </p:nvSpPr>
        <p:spPr>
          <a:xfrm>
            <a:off x="381000" y="381001"/>
            <a:ext cx="11430000" cy="726439"/>
          </a:xfrm>
          <a:prstGeom prst="rect">
            <a:avLst/>
          </a:prstGeom>
        </p:spPr>
        <p:txBody>
          <a:bodyPr/>
          <a:lstStyle>
            <a:lvl1pPr>
              <a:lnSpc>
                <a:spcPct val="80000"/>
              </a:lnSpc>
              <a:defRPr/>
            </a:lvl1pPr>
          </a:lstStyle>
          <a:p>
            <a:r>
              <a:rPr lang="en-US"/>
              <a:t>Insert Main Title at 36pt min 30pt</a:t>
            </a:r>
          </a:p>
        </p:txBody>
      </p:sp>
      <p:sp>
        <p:nvSpPr>
          <p:cNvPr id="13" name="Footer Placeholder 6">
            <a:extLst>
              <a:ext uri="{FF2B5EF4-FFF2-40B4-BE49-F238E27FC236}">
                <a16:creationId xmlns:a16="http://schemas.microsoft.com/office/drawing/2014/main" id="{29D22D92-75BB-4297-B843-557296E6CB80}"/>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4" name="Slide Number Placeholder 9">
            <a:extLst>
              <a:ext uri="{FF2B5EF4-FFF2-40B4-BE49-F238E27FC236}">
                <a16:creationId xmlns:a16="http://schemas.microsoft.com/office/drawing/2014/main" id="{E4BED6B8-7C00-4120-ABBA-D82093551AC7}"/>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32" name="Text Placeholder 41">
            <a:extLst>
              <a:ext uri="{FF2B5EF4-FFF2-40B4-BE49-F238E27FC236}">
                <a16:creationId xmlns:a16="http://schemas.microsoft.com/office/drawing/2014/main" id="{7E68CA9F-EC78-418D-9A6B-0239F68A44BC}"/>
              </a:ext>
            </a:extLst>
          </p:cNvPr>
          <p:cNvSpPr>
            <a:spLocks noGrp="1"/>
          </p:cNvSpPr>
          <p:nvPr>
            <p:ph type="body" sz="quarter" idx="52" hasCustomPrompt="1"/>
          </p:nvPr>
        </p:nvSpPr>
        <p:spPr>
          <a:xfrm>
            <a:off x="989295"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
        <p:nvSpPr>
          <p:cNvPr id="33" name="Text Placeholder 41">
            <a:extLst>
              <a:ext uri="{FF2B5EF4-FFF2-40B4-BE49-F238E27FC236}">
                <a16:creationId xmlns:a16="http://schemas.microsoft.com/office/drawing/2014/main" id="{9FBF1373-D4D2-4CA6-A203-BB25B6AE2313}"/>
              </a:ext>
            </a:extLst>
          </p:cNvPr>
          <p:cNvSpPr>
            <a:spLocks noGrp="1"/>
          </p:cNvSpPr>
          <p:nvPr>
            <p:ph type="body" sz="quarter" idx="53" hasCustomPrompt="1"/>
          </p:nvPr>
        </p:nvSpPr>
        <p:spPr>
          <a:xfrm>
            <a:off x="3656667"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
        <p:nvSpPr>
          <p:cNvPr id="35" name="Text Placeholder 41">
            <a:extLst>
              <a:ext uri="{FF2B5EF4-FFF2-40B4-BE49-F238E27FC236}">
                <a16:creationId xmlns:a16="http://schemas.microsoft.com/office/drawing/2014/main" id="{E87B3F04-4595-45EE-8C80-2D66D058FFB2}"/>
              </a:ext>
            </a:extLst>
          </p:cNvPr>
          <p:cNvSpPr>
            <a:spLocks noGrp="1"/>
          </p:cNvSpPr>
          <p:nvPr>
            <p:ph type="body" sz="quarter" idx="54" hasCustomPrompt="1"/>
          </p:nvPr>
        </p:nvSpPr>
        <p:spPr>
          <a:xfrm>
            <a:off x="6324039"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
        <p:nvSpPr>
          <p:cNvPr id="36" name="Text Placeholder 41">
            <a:extLst>
              <a:ext uri="{FF2B5EF4-FFF2-40B4-BE49-F238E27FC236}">
                <a16:creationId xmlns:a16="http://schemas.microsoft.com/office/drawing/2014/main" id="{FAFD4B38-A351-4DBA-B2B5-067F273948E8}"/>
              </a:ext>
            </a:extLst>
          </p:cNvPr>
          <p:cNvSpPr>
            <a:spLocks noGrp="1"/>
          </p:cNvSpPr>
          <p:nvPr>
            <p:ph type="body" sz="quarter" idx="55" hasCustomPrompt="1"/>
          </p:nvPr>
        </p:nvSpPr>
        <p:spPr>
          <a:xfrm>
            <a:off x="8991412"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Tree>
    <p:extLst>
      <p:ext uri="{BB962C8B-B14F-4D97-AF65-F5344CB8AC3E}">
        <p14:creationId xmlns:p14="http://schemas.microsoft.com/office/powerpoint/2010/main" val="4123792965"/>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able and copy">
    <p:spTree>
      <p:nvGrpSpPr>
        <p:cNvPr id="1" name=""/>
        <p:cNvGrpSpPr/>
        <p:nvPr/>
      </p:nvGrpSpPr>
      <p:grpSpPr>
        <a:xfrm>
          <a:off x="0" y="0"/>
          <a:ext cx="0" cy="0"/>
          <a:chOff x="0" y="0"/>
          <a:chExt cx="0" cy="0"/>
        </a:xfrm>
      </p:grpSpPr>
      <p:sp>
        <p:nvSpPr>
          <p:cNvPr id="5" name="Footer Placeholder 6">
            <a:extLst>
              <a:ext uri="{FF2B5EF4-FFF2-40B4-BE49-F238E27FC236}">
                <a16:creationId xmlns:a16="http://schemas.microsoft.com/office/drawing/2014/main" id="{A5F06FFC-7F24-4240-9C48-7066B776C94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6" name="Slide Number Placeholder 9">
            <a:extLst>
              <a:ext uri="{FF2B5EF4-FFF2-40B4-BE49-F238E27FC236}">
                <a16:creationId xmlns:a16="http://schemas.microsoft.com/office/drawing/2014/main" id="{0FCF244E-2D87-4DAB-B529-36E1AA8CB99B}"/>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06D6E342-7CEB-4142-85CE-07746AED5646}"/>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
        <p:nvSpPr>
          <p:cNvPr id="3" name="Table Placeholder 2">
            <a:extLst>
              <a:ext uri="{FF2B5EF4-FFF2-40B4-BE49-F238E27FC236}">
                <a16:creationId xmlns:a16="http://schemas.microsoft.com/office/drawing/2014/main" id="{1DBBD251-FD95-4A5E-9AAB-5656E1085BB7}"/>
              </a:ext>
            </a:extLst>
          </p:cNvPr>
          <p:cNvSpPr>
            <a:spLocks noGrp="1"/>
          </p:cNvSpPr>
          <p:nvPr>
            <p:ph type="tbl" sz="quarter" idx="18"/>
          </p:nvPr>
        </p:nvSpPr>
        <p:spPr>
          <a:xfrm>
            <a:off x="381000" y="2756647"/>
            <a:ext cx="11430000" cy="3404441"/>
          </a:xfrm>
        </p:spPr>
        <p:txBody>
          <a:bodyPr anchor="ctr">
            <a:normAutofit/>
          </a:bodyPr>
          <a:lstStyle>
            <a:lvl1pPr algn="ctr">
              <a:defRPr sz="1200" b="0">
                <a:latin typeface="+mn-lt"/>
              </a:defRPr>
            </a:lvl1pPr>
          </a:lstStyle>
          <a:p>
            <a:r>
              <a:rPr lang="en-US" dirty="0"/>
              <a:t>Click icon to add table</a:t>
            </a:r>
            <a:endParaRPr lang="en-GB" dirty="0"/>
          </a:p>
        </p:txBody>
      </p:sp>
      <p:sp>
        <p:nvSpPr>
          <p:cNvPr id="8" name="Text Placeholder 41">
            <a:extLst>
              <a:ext uri="{FF2B5EF4-FFF2-40B4-BE49-F238E27FC236}">
                <a16:creationId xmlns:a16="http://schemas.microsoft.com/office/drawing/2014/main" id="{675CFBC7-8550-4627-B678-91E938DCAAF1}"/>
              </a:ext>
            </a:extLst>
          </p:cNvPr>
          <p:cNvSpPr>
            <a:spLocks noGrp="1"/>
          </p:cNvSpPr>
          <p:nvPr>
            <p:ph type="body" sz="quarter" idx="23" hasCustomPrompt="1"/>
          </p:nvPr>
        </p:nvSpPr>
        <p:spPr>
          <a:xfrm>
            <a:off x="381000" y="1943955"/>
            <a:ext cx="11430000" cy="631158"/>
          </a:xfrm>
        </p:spPr>
        <p:txBody>
          <a:bodyPr wrap="square" tIns="0" bIns="0">
            <a:normAutofit/>
          </a:bodyPr>
          <a:lstStyle>
            <a:lvl1pPr algn="l">
              <a:lnSpc>
                <a:spcPct val="100000"/>
              </a:lnSpc>
              <a:spcBef>
                <a:spcPts val="0"/>
              </a:spcBef>
              <a:spcAft>
                <a:spcPts val="0"/>
              </a:spcAft>
              <a:defRPr lang="en-US" sz="18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endParaRPr lang="en-US"/>
          </a:p>
        </p:txBody>
      </p:sp>
    </p:spTree>
    <p:extLst>
      <p:ext uri="{BB962C8B-B14F-4D97-AF65-F5344CB8AC3E}">
        <p14:creationId xmlns:p14="http://schemas.microsoft.com/office/powerpoint/2010/main" val="3103595307"/>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5" name="Footer Placeholder 6">
            <a:extLst>
              <a:ext uri="{FF2B5EF4-FFF2-40B4-BE49-F238E27FC236}">
                <a16:creationId xmlns:a16="http://schemas.microsoft.com/office/drawing/2014/main" id="{A5F06FFC-7F24-4240-9C48-7066B776C94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6" name="Slide Number Placeholder 9">
            <a:extLst>
              <a:ext uri="{FF2B5EF4-FFF2-40B4-BE49-F238E27FC236}">
                <a16:creationId xmlns:a16="http://schemas.microsoft.com/office/drawing/2014/main" id="{0FCF244E-2D87-4DAB-B529-36E1AA8CB99B}"/>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06D6E342-7CEB-4142-85CE-07746AED5646}"/>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
        <p:nvSpPr>
          <p:cNvPr id="3" name="Table Placeholder 2">
            <a:extLst>
              <a:ext uri="{FF2B5EF4-FFF2-40B4-BE49-F238E27FC236}">
                <a16:creationId xmlns:a16="http://schemas.microsoft.com/office/drawing/2014/main" id="{1DBBD251-FD95-4A5E-9AAB-5656E1085BB7}"/>
              </a:ext>
            </a:extLst>
          </p:cNvPr>
          <p:cNvSpPr>
            <a:spLocks noGrp="1"/>
          </p:cNvSpPr>
          <p:nvPr>
            <p:ph type="tbl" sz="quarter" idx="18"/>
          </p:nvPr>
        </p:nvSpPr>
        <p:spPr>
          <a:xfrm>
            <a:off x="381000" y="1364265"/>
            <a:ext cx="11430000" cy="4796823"/>
          </a:xfrm>
        </p:spPr>
        <p:txBody>
          <a:bodyPr anchor="ctr">
            <a:normAutofit/>
          </a:bodyPr>
          <a:lstStyle>
            <a:lvl1pPr algn="ctr">
              <a:defRPr sz="1200" b="0">
                <a:latin typeface="+mn-lt"/>
              </a:defRPr>
            </a:lvl1pPr>
          </a:lstStyle>
          <a:p>
            <a:r>
              <a:rPr lang="en-US" dirty="0"/>
              <a:t>Click icon to add table</a:t>
            </a:r>
            <a:endParaRPr lang="en-GB" dirty="0"/>
          </a:p>
        </p:txBody>
      </p:sp>
    </p:spTree>
    <p:extLst>
      <p:ext uri="{BB962C8B-B14F-4D97-AF65-F5344CB8AC3E}">
        <p14:creationId xmlns:p14="http://schemas.microsoft.com/office/powerpoint/2010/main" val="4289787301"/>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Divider Slide opt 2">
    <p:bg>
      <p:bgPr>
        <a:solidFill>
          <a:schemeClr val="accent2"/>
        </a:solidFill>
        <a:effectLst/>
      </p:bgPr>
    </p:bg>
    <p:spTree>
      <p:nvGrpSpPr>
        <p:cNvPr id="1" name=""/>
        <p:cNvGrpSpPr/>
        <p:nvPr/>
      </p:nvGrpSpPr>
      <p:grpSpPr>
        <a:xfrm>
          <a:off x="0" y="0"/>
          <a:ext cx="0" cy="0"/>
          <a:chOff x="0" y="0"/>
          <a:chExt cx="0" cy="0"/>
        </a:xfrm>
      </p:grpSpPr>
      <p:pic>
        <p:nvPicPr>
          <p:cNvPr id="12" name="Acc_MobilityBLACK" hidden="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194827" y="541385"/>
            <a:ext cx="3430214" cy="527557"/>
          </a:xfrm>
          <a:prstGeom prst="rect">
            <a:avLst/>
          </a:prstGeom>
        </p:spPr>
      </p:pic>
      <p:pic>
        <p:nvPicPr>
          <p:cNvPr id="13" name="Acc_InteractiveBLACK" hidden="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194486" y="551413"/>
            <a:ext cx="3443260" cy="518866"/>
          </a:xfrm>
          <a:prstGeom prst="rect">
            <a:avLst/>
          </a:prstGeom>
        </p:spPr>
      </p:pic>
      <p:pic>
        <p:nvPicPr>
          <p:cNvPr id="14" name="Acc_AnalyticsBLACK" hidden="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196099" y="541708"/>
            <a:ext cx="3428941" cy="528482"/>
          </a:xfrm>
          <a:prstGeom prst="rect">
            <a:avLst/>
          </a:prstGeom>
        </p:spPr>
      </p:pic>
      <p:sp>
        <p:nvSpPr>
          <p:cNvPr id="10" name="Text Placeholder 2">
            <a:extLst>
              <a:ext uri="{FF2B5EF4-FFF2-40B4-BE49-F238E27FC236}">
                <a16:creationId xmlns:a16="http://schemas.microsoft.com/office/drawing/2014/main" id="{90008FD0-AD04-4958-83B5-7F755546EE8B}"/>
              </a:ext>
            </a:extLst>
          </p:cNvPr>
          <p:cNvSpPr>
            <a:spLocks noGrp="1"/>
          </p:cNvSpPr>
          <p:nvPr>
            <p:ph type="body" sz="quarter" idx="10" hasCustomPrompt="1"/>
          </p:nvPr>
        </p:nvSpPr>
        <p:spPr>
          <a:xfrm>
            <a:off x="542021" y="1162878"/>
            <a:ext cx="8318714" cy="3761961"/>
          </a:xfrm>
        </p:spPr>
        <p:txBody>
          <a:bodyPr tIns="0" bIns="0" anchor="b">
            <a:normAutofit/>
          </a:bodyPr>
          <a:lstStyle>
            <a:lvl1pPr algn="l">
              <a:lnSpc>
                <a:spcPct val="75000"/>
              </a:lnSpc>
              <a:defRPr sz="8000" cap="none">
                <a:solidFill>
                  <a:schemeClr val="bg1"/>
                </a:solidFill>
              </a:defRPr>
            </a:lvl1pPr>
            <a:lvl2pPr>
              <a:defRPr sz="6000"/>
            </a:lvl2pPr>
            <a:lvl3pPr>
              <a:defRPr sz="6000"/>
            </a:lvl3pPr>
            <a:lvl4pPr>
              <a:defRPr sz="6000"/>
            </a:lvl4pPr>
            <a:lvl5pPr>
              <a:defRPr sz="6000"/>
            </a:lvl5pPr>
          </a:lstStyle>
          <a:p>
            <a:pPr lvl="0"/>
            <a:r>
              <a:rPr lang="en-US"/>
              <a:t>Section</a:t>
            </a:r>
            <a:br>
              <a:rPr lang="en-US"/>
            </a:br>
            <a:r>
              <a:rPr lang="en-US"/>
              <a:t>Divider</a:t>
            </a:r>
          </a:p>
        </p:txBody>
      </p:sp>
      <p:sp>
        <p:nvSpPr>
          <p:cNvPr id="11" name="Text Placeholder 2">
            <a:extLst>
              <a:ext uri="{FF2B5EF4-FFF2-40B4-BE49-F238E27FC236}">
                <a16:creationId xmlns:a16="http://schemas.microsoft.com/office/drawing/2014/main" id="{C7A752BD-0233-480F-B3CC-46DD91E93223}"/>
              </a:ext>
            </a:extLst>
          </p:cNvPr>
          <p:cNvSpPr>
            <a:spLocks noGrp="1"/>
          </p:cNvSpPr>
          <p:nvPr>
            <p:ph type="body" sz="quarter" idx="11"/>
          </p:nvPr>
        </p:nvSpPr>
        <p:spPr>
          <a:xfrm>
            <a:off x="542020" y="5034169"/>
            <a:ext cx="8318713" cy="1328521"/>
          </a:xfrm>
        </p:spPr>
        <p:txBody>
          <a:bodyPr tIns="0" bIns="0" anchor="t">
            <a:normAutofit/>
          </a:bodyPr>
          <a:lstStyle>
            <a:lvl1pPr algn="l">
              <a:lnSpc>
                <a:spcPct val="90000"/>
              </a:lnSpc>
              <a:defRPr sz="2400" b="0" cap="none">
                <a:solidFill>
                  <a:schemeClr val="bg1"/>
                </a:solidFill>
                <a:latin typeface="+mn-lt"/>
              </a:defRPr>
            </a:lvl1pPr>
            <a:lvl2pPr>
              <a:defRPr sz="6000"/>
            </a:lvl2pPr>
            <a:lvl3pPr>
              <a:defRPr sz="6000"/>
            </a:lvl3pPr>
            <a:lvl4pPr>
              <a:defRPr sz="6000"/>
            </a:lvl4pPr>
            <a:lvl5pPr>
              <a:defRPr sz="6000"/>
            </a:lvl5pPr>
          </a:lstStyle>
          <a:p>
            <a:pPr lvl="0"/>
            <a:r>
              <a:rPr lang="en-US"/>
              <a:t>Click to edit Master text styles</a:t>
            </a:r>
          </a:p>
        </p:txBody>
      </p:sp>
    </p:spTree>
    <p:extLst>
      <p:ext uri="{BB962C8B-B14F-4D97-AF65-F5344CB8AC3E}">
        <p14:creationId xmlns:p14="http://schemas.microsoft.com/office/powerpoint/2010/main" val="3506925786"/>
      </p:ext>
    </p:extLst>
  </p:cSld>
  <p:clrMapOvr>
    <a:masterClrMapping/>
  </p:clrMapOvr>
  <p:hf hdr="0" ftr="0" dt="0"/>
  <p:extLst>
    <p:ext uri="{DCECCB84-F9BA-43D5-87BE-67443E8EF086}">
      <p15:sldGuideLst xmlns:p15="http://schemas.microsoft.com/office/powerpoint/2012/main">
        <p15:guide id="1" pos="6968">
          <p15:clr>
            <a:srgbClr val="5ACBF0"/>
          </p15:clr>
        </p15:guide>
        <p15:guide id="2" pos="709">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ivider Slide opt 4">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0BC0154-8F01-45CA-849D-34E3AE00CF0F}"/>
              </a:ext>
            </a:extLst>
          </p:cNvPr>
          <p:cNvGrpSpPr>
            <a:grpSpLocks noChangeAspect="1"/>
          </p:cNvGrpSpPr>
          <p:nvPr/>
        </p:nvGrpSpPr>
        <p:grpSpPr>
          <a:xfrm>
            <a:off x="9554578" y="5833249"/>
            <a:ext cx="2256422" cy="605651"/>
            <a:chOff x="9638475" y="1219200"/>
            <a:chExt cx="1389888" cy="373063"/>
          </a:xfrm>
          <a:effectLst/>
        </p:grpSpPr>
        <p:pic>
          <p:nvPicPr>
            <p:cNvPr id="13" name="Picture 12">
              <a:extLst>
                <a:ext uri="{FF2B5EF4-FFF2-40B4-BE49-F238E27FC236}">
                  <a16:creationId xmlns:a16="http://schemas.microsoft.com/office/drawing/2014/main" id="{BAE479CA-D694-4F45-BD11-38BE36BB333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9638475" y="1372165"/>
              <a:ext cx="1389888" cy="220098"/>
            </a:xfrm>
            <a:prstGeom prst="rect">
              <a:avLst/>
            </a:prstGeom>
          </p:spPr>
        </p:pic>
        <p:sp>
          <p:nvSpPr>
            <p:cNvPr id="16" name="Freeform 5">
              <a:extLst>
                <a:ext uri="{FF2B5EF4-FFF2-40B4-BE49-F238E27FC236}">
                  <a16:creationId xmlns:a16="http://schemas.microsoft.com/office/drawing/2014/main" id="{86BA3475-6F51-4B12-8741-D94FF0367CBF}"/>
                </a:ext>
              </a:extLst>
            </p:cNvPr>
            <p:cNvSpPr>
              <a:spLocks/>
            </p:cNvSpPr>
            <p:nvPr/>
          </p:nvSpPr>
          <p:spPr bwMode="auto">
            <a:xfrm>
              <a:off x="10448925" y="1219200"/>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8" name="Text Placeholder 2">
            <a:extLst>
              <a:ext uri="{FF2B5EF4-FFF2-40B4-BE49-F238E27FC236}">
                <a16:creationId xmlns:a16="http://schemas.microsoft.com/office/drawing/2014/main" id="{C91AB612-3710-45D4-9355-B422D880C8AE}"/>
              </a:ext>
            </a:extLst>
          </p:cNvPr>
          <p:cNvSpPr>
            <a:spLocks noGrp="1"/>
          </p:cNvSpPr>
          <p:nvPr>
            <p:ph type="body" sz="quarter" idx="10" hasCustomPrompt="1"/>
          </p:nvPr>
        </p:nvSpPr>
        <p:spPr>
          <a:xfrm>
            <a:off x="381000" y="2903537"/>
            <a:ext cx="11430000" cy="969963"/>
          </a:xfrm>
          <a:prstGeom prst="rect">
            <a:avLst/>
          </a:prstGeom>
        </p:spPr>
        <p:txBody>
          <a:bodyPr tIns="0" bIns="0" anchor="ctr">
            <a:normAutofit/>
          </a:bodyPr>
          <a:lstStyle>
            <a:lvl1pPr algn="ctr">
              <a:lnSpc>
                <a:spcPct val="80000"/>
              </a:lnSpc>
              <a:defRPr sz="3600" cap="none">
                <a:solidFill>
                  <a:schemeClr val="bg1"/>
                </a:solidFill>
              </a:defRPr>
            </a:lvl1pPr>
            <a:lvl2pPr>
              <a:defRPr sz="6000"/>
            </a:lvl2pPr>
            <a:lvl3pPr>
              <a:defRPr sz="6000"/>
            </a:lvl3pPr>
            <a:lvl4pPr>
              <a:defRPr sz="6000"/>
            </a:lvl4pPr>
            <a:lvl5pPr>
              <a:defRPr sz="6000"/>
            </a:lvl5pPr>
          </a:lstStyle>
          <a:p>
            <a:pPr lvl="0"/>
            <a:r>
              <a:rPr lang="en-US"/>
              <a:t>Insert title at 36pt, min 30pt</a:t>
            </a:r>
          </a:p>
        </p:txBody>
      </p:sp>
    </p:spTree>
    <p:extLst>
      <p:ext uri="{BB962C8B-B14F-4D97-AF65-F5344CB8AC3E}">
        <p14:creationId xmlns:p14="http://schemas.microsoft.com/office/powerpoint/2010/main" val="2009770318"/>
      </p:ext>
    </p:extLst>
  </p:cSld>
  <p:clrMapOvr>
    <a:masterClrMapping/>
  </p:clrMapOvr>
  <p:hf hdr="0" ftr="0" dt="0"/>
  <p:extLst>
    <p:ext uri="{DCECCB84-F9BA-43D5-87BE-67443E8EF086}">
      <p15:sldGuideLst xmlns:p15="http://schemas.microsoft.com/office/powerpoint/2012/main">
        <p15:guide id="1"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Blank with copyrights">
    <p:spTree>
      <p:nvGrpSpPr>
        <p:cNvPr id="1" name=""/>
        <p:cNvGrpSpPr/>
        <p:nvPr/>
      </p:nvGrpSpPr>
      <p:grpSpPr>
        <a:xfrm>
          <a:off x="0" y="0"/>
          <a:ext cx="0" cy="0"/>
          <a:chOff x="0" y="0"/>
          <a:chExt cx="0" cy="0"/>
        </a:xfrm>
      </p:grpSpPr>
      <p:sp>
        <p:nvSpPr>
          <p:cNvPr id="4" name="Footer Placeholder 6">
            <a:extLst>
              <a:ext uri="{FF2B5EF4-FFF2-40B4-BE49-F238E27FC236}">
                <a16:creationId xmlns:a16="http://schemas.microsoft.com/office/drawing/2014/main" id="{0404CCCA-4129-4663-91C0-1D86079B0986}"/>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5" name="Slide Number Placeholder 9">
            <a:extLst>
              <a:ext uri="{FF2B5EF4-FFF2-40B4-BE49-F238E27FC236}">
                <a16:creationId xmlns:a16="http://schemas.microsoft.com/office/drawing/2014/main" id="{F848CCB8-4740-4B43-BCEF-5A546C119520}"/>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848281575"/>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Purple blank">
    <p:bg>
      <p:bgPr>
        <a:solidFill>
          <a:schemeClr val="accent2"/>
        </a:solidFill>
        <a:effectLst/>
      </p:bgPr>
    </p:bg>
    <p:spTree>
      <p:nvGrpSpPr>
        <p:cNvPr id="1" name=""/>
        <p:cNvGrpSpPr/>
        <p:nvPr/>
      </p:nvGrpSpPr>
      <p:grpSpPr>
        <a:xfrm>
          <a:off x="0" y="0"/>
          <a:ext cx="0" cy="0"/>
          <a:chOff x="0" y="0"/>
          <a:chExt cx="0" cy="0"/>
        </a:xfrm>
      </p:grpSpPr>
      <p:pic>
        <p:nvPicPr>
          <p:cNvPr id="12" name="Acc_MobilityBLACK" hidden="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194827" y="541385"/>
            <a:ext cx="3430214" cy="527557"/>
          </a:xfrm>
          <a:prstGeom prst="rect">
            <a:avLst/>
          </a:prstGeom>
        </p:spPr>
      </p:pic>
      <p:pic>
        <p:nvPicPr>
          <p:cNvPr id="13" name="Acc_InteractiveBLACK" hidden="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194486" y="551413"/>
            <a:ext cx="3443260" cy="518866"/>
          </a:xfrm>
          <a:prstGeom prst="rect">
            <a:avLst/>
          </a:prstGeom>
        </p:spPr>
      </p:pic>
      <p:pic>
        <p:nvPicPr>
          <p:cNvPr id="14" name="Acc_AnalyticsBLACK" hidden="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196099" y="541708"/>
            <a:ext cx="3428941" cy="528482"/>
          </a:xfrm>
          <a:prstGeom prst="rect">
            <a:avLst/>
          </a:prstGeom>
        </p:spPr>
      </p:pic>
      <p:sp>
        <p:nvSpPr>
          <p:cNvPr id="20" name="Slide Number Placeholder 2">
            <a:extLst>
              <a:ext uri="{FF2B5EF4-FFF2-40B4-BE49-F238E27FC236}">
                <a16:creationId xmlns:a16="http://schemas.microsoft.com/office/drawing/2014/main" id="{167B18B3-4437-9A40-B389-7901B78FAAA7}"/>
              </a:ext>
            </a:extLst>
          </p:cNvPr>
          <p:cNvSpPr>
            <a:spLocks noGrp="1"/>
          </p:cNvSpPr>
          <p:nvPr>
            <p:ph type="sldNum" sz="quarter" idx="32"/>
          </p:nvPr>
        </p:nvSpPr>
        <p:spPr>
          <a:xfrm flipH="1">
            <a:off x="11617001" y="6537474"/>
            <a:ext cx="216084" cy="161888"/>
          </a:xfrm>
        </p:spPr>
        <p:txBody>
          <a:bodyPr/>
          <a:lstStyle>
            <a:lvl1pPr>
              <a:defRPr>
                <a:solidFill>
                  <a:schemeClr val="bg1">
                    <a:alpha val="50000"/>
                  </a:schemeClr>
                </a:solidFill>
              </a:defRPr>
            </a:lvl1pPr>
          </a:lstStyle>
          <a:p>
            <a:pPr>
              <a:defRPr/>
            </a:pPr>
            <a:fld id="{90CBDC3A-D49F-4631-A8C7-55D59B33E5FA}" type="slidenum">
              <a:rPr lang="en-US" smtClean="0"/>
              <a:pPr>
                <a:defRPr/>
              </a:pPr>
              <a:t>‹#›</a:t>
            </a:fld>
            <a:endParaRPr lang="en-US" dirty="0"/>
          </a:p>
        </p:txBody>
      </p:sp>
      <p:sp>
        <p:nvSpPr>
          <p:cNvPr id="17" name="Footer Placeholder 1">
            <a:extLst>
              <a:ext uri="{FF2B5EF4-FFF2-40B4-BE49-F238E27FC236}">
                <a16:creationId xmlns:a16="http://schemas.microsoft.com/office/drawing/2014/main" id="{77305F73-3F10-4781-AEC1-D21924227102}"/>
              </a:ext>
            </a:extLst>
          </p:cNvPr>
          <p:cNvSpPr txBox="1">
            <a:spLocks/>
          </p:cNvSpPr>
          <p:nvPr/>
        </p:nvSpPr>
        <p:spPr>
          <a:xfrm>
            <a:off x="355739" y="6537399"/>
            <a:ext cx="4141956" cy="161962"/>
          </a:xfrm>
          <a:prstGeom prst="rect">
            <a:avLst/>
          </a:prstGeom>
        </p:spPr>
        <p:txBody>
          <a:bodyPr vert="horz" wrap="square" lIns="0" tIns="60930" rIns="0" bIns="60930" numCol="1" anchor="ctr" anchorCtr="0" compatLnSpc="1">
            <a:prstTxWarp prst="textNoShape">
              <a:avLst/>
            </a:prstTxWarp>
            <a:noAutofit/>
          </a:bodyPr>
          <a:lstStyle>
            <a:defPPr>
              <a:defRPr lang="en-US"/>
            </a:defPPr>
            <a:lvl1pPr algn="l" rtl="0" fontAlgn="base">
              <a:spcBef>
                <a:spcPct val="0"/>
              </a:spcBef>
              <a:spcAft>
                <a:spcPct val="0"/>
              </a:spcAft>
              <a:defRPr lang="en-US" sz="800" b="0" i="0" kern="1200">
                <a:solidFill>
                  <a:schemeClr val="tx1">
                    <a:alpha val="50000"/>
                  </a:schemeClr>
                </a:solidFill>
                <a:latin typeface="Graphik Regular" panose="020B0503030202060203" pitchFamily="34" charset="77"/>
                <a:ea typeface="Roboto Light" panose="02000000000000000000" pitchFamily="2" charset="0"/>
                <a:cs typeface="Gotham Medium" pitchFamily="2" charset="0"/>
              </a:defRPr>
            </a:lvl1pPr>
            <a:lvl2pPr marL="609443" algn="l" rtl="0" fontAlgn="base">
              <a:spcBef>
                <a:spcPct val="0"/>
              </a:spcBef>
              <a:spcAft>
                <a:spcPct val="0"/>
              </a:spcAft>
              <a:defRPr kern="1200">
                <a:solidFill>
                  <a:schemeClr val="tx1"/>
                </a:solidFill>
                <a:latin typeface="Arial" charset="0"/>
                <a:ea typeface="+mn-ea"/>
                <a:cs typeface="Arial" charset="0"/>
              </a:defRPr>
            </a:lvl2pPr>
            <a:lvl3pPr marL="1218885" algn="l" rtl="0" fontAlgn="base">
              <a:spcBef>
                <a:spcPct val="0"/>
              </a:spcBef>
              <a:spcAft>
                <a:spcPct val="0"/>
              </a:spcAft>
              <a:defRPr kern="1200">
                <a:solidFill>
                  <a:schemeClr val="tx1"/>
                </a:solidFill>
                <a:latin typeface="Arial" charset="0"/>
                <a:ea typeface="+mn-ea"/>
                <a:cs typeface="Arial" charset="0"/>
              </a:defRPr>
            </a:lvl3pPr>
            <a:lvl4pPr marL="1828328" algn="l" rtl="0" fontAlgn="base">
              <a:spcBef>
                <a:spcPct val="0"/>
              </a:spcBef>
              <a:spcAft>
                <a:spcPct val="0"/>
              </a:spcAft>
              <a:defRPr kern="1200">
                <a:solidFill>
                  <a:schemeClr val="tx1"/>
                </a:solidFill>
                <a:latin typeface="Arial" charset="0"/>
                <a:ea typeface="+mn-ea"/>
                <a:cs typeface="Arial" charset="0"/>
              </a:defRPr>
            </a:lvl4pPr>
            <a:lvl5pPr marL="2437771" algn="l" rtl="0" fontAlgn="base">
              <a:spcBef>
                <a:spcPct val="0"/>
              </a:spcBef>
              <a:spcAft>
                <a:spcPct val="0"/>
              </a:spcAft>
              <a:defRPr kern="1200">
                <a:solidFill>
                  <a:schemeClr val="tx1"/>
                </a:solidFill>
                <a:latin typeface="Arial" charset="0"/>
                <a:ea typeface="+mn-ea"/>
                <a:cs typeface="Arial" charset="0"/>
              </a:defRPr>
            </a:lvl5pPr>
            <a:lvl6pPr marL="3047213" algn="l" defTabSz="1218885" rtl="0" eaLnBrk="1" latinLnBrk="0" hangingPunct="1">
              <a:defRPr kern="1200">
                <a:solidFill>
                  <a:schemeClr val="tx1"/>
                </a:solidFill>
                <a:latin typeface="Arial" charset="0"/>
                <a:ea typeface="+mn-ea"/>
                <a:cs typeface="Arial" charset="0"/>
              </a:defRPr>
            </a:lvl6pPr>
            <a:lvl7pPr marL="3656656" algn="l" defTabSz="1218885" rtl="0" eaLnBrk="1" latinLnBrk="0" hangingPunct="1">
              <a:defRPr kern="1200">
                <a:solidFill>
                  <a:schemeClr val="tx1"/>
                </a:solidFill>
                <a:latin typeface="Arial" charset="0"/>
                <a:ea typeface="+mn-ea"/>
                <a:cs typeface="Arial" charset="0"/>
              </a:defRPr>
            </a:lvl7pPr>
            <a:lvl8pPr marL="4266097" algn="l" defTabSz="1218885" rtl="0" eaLnBrk="1" latinLnBrk="0" hangingPunct="1">
              <a:defRPr kern="1200">
                <a:solidFill>
                  <a:schemeClr val="tx1"/>
                </a:solidFill>
                <a:latin typeface="Arial" charset="0"/>
                <a:ea typeface="+mn-ea"/>
                <a:cs typeface="Arial" charset="0"/>
              </a:defRPr>
            </a:lvl8pPr>
            <a:lvl9pPr marL="4875541" algn="l" defTabSz="1218885" rtl="0" eaLnBrk="1" latinLnBrk="0" hangingPunct="1">
              <a:defRPr kern="1200">
                <a:solidFill>
                  <a:schemeClr val="tx1"/>
                </a:solidFill>
                <a:latin typeface="Arial" charset="0"/>
                <a:ea typeface="+mn-ea"/>
                <a:cs typeface="Arial" charset="0"/>
              </a:defRPr>
            </a:lvl9pPr>
          </a:lstStyle>
          <a:p>
            <a:r>
              <a:rPr lang="en-GB" sz="800" dirty="0">
                <a:solidFill>
                  <a:schemeClr val="bg1">
                    <a:alpha val="50000"/>
                  </a:schemeClr>
                </a:solidFill>
              </a:rPr>
              <a:t>Copyright © 2020 Accenture. All rights reserved.</a:t>
            </a:r>
            <a:endParaRPr lang="en-AU" sz="800" dirty="0">
              <a:solidFill>
                <a:schemeClr val="bg1">
                  <a:alpha val="50000"/>
                </a:schemeClr>
              </a:solidFill>
            </a:endParaRPr>
          </a:p>
        </p:txBody>
      </p:sp>
    </p:spTree>
    <p:extLst>
      <p:ext uri="{BB962C8B-B14F-4D97-AF65-F5344CB8AC3E}">
        <p14:creationId xmlns:p14="http://schemas.microsoft.com/office/powerpoint/2010/main" val="3195989512"/>
      </p:ext>
    </p:extLst>
  </p:cSld>
  <p:clrMapOvr>
    <a:masterClrMapping/>
  </p:clrMapOvr>
  <p:hf hdr="0" ftr="0" dt="0"/>
  <p:extLst>
    <p:ext uri="{DCECCB84-F9BA-43D5-87BE-67443E8EF086}">
      <p15:sldGuideLst xmlns:p15="http://schemas.microsoft.com/office/powerpoint/2012/main">
        <p15:guide id="1" pos="6968">
          <p15:clr>
            <a:srgbClr val="5ACBF0"/>
          </p15:clr>
        </p15:guide>
        <p15:guide id="2" pos="709">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Best Master Tex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9F3EA-AEAF-C548-BD0C-AD254597237F}"/>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2DD816B7-92BE-DC41-81A1-B94823C5B247}"/>
              </a:ext>
            </a:extLst>
          </p:cNvPr>
          <p:cNvSpPr>
            <a:spLocks noGrp="1"/>
          </p:cNvSpPr>
          <p:nvPr>
            <p:ph sz="quarter" idx="10"/>
          </p:nvPr>
        </p:nvSpPr>
        <p:spPr>
          <a:xfrm>
            <a:off x="344488" y="1219200"/>
            <a:ext cx="11510962" cy="4838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DC4E4E6-DE9C-9B41-A230-03A839F777D8}"/>
              </a:ext>
            </a:extLst>
          </p:cNvPr>
          <p:cNvSpPr txBox="1">
            <a:spLocks/>
          </p:cNvSpPr>
          <p:nvPr/>
        </p:nvSpPr>
        <p:spPr>
          <a:xfrm>
            <a:off x="381002" y="6519009"/>
            <a:ext cx="5714999" cy="206375"/>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Copyright © 2019 Accenture. All rights reserved.</a:t>
            </a:r>
          </a:p>
        </p:txBody>
      </p:sp>
    </p:spTree>
    <p:extLst>
      <p:ext uri="{BB962C8B-B14F-4D97-AF65-F5344CB8AC3E}">
        <p14:creationId xmlns:p14="http://schemas.microsoft.com/office/powerpoint/2010/main" val="3420631652"/>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Bullets Opt 1">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104290A-1E04-4AF8-82EA-4BADC574788C}"/>
              </a:ext>
            </a:extLst>
          </p:cNvPr>
          <p:cNvSpPr>
            <a:spLocks noGrp="1"/>
          </p:cNvSpPr>
          <p:nvPr>
            <p:ph type="title" hasCustomPrompt="1"/>
          </p:nvPr>
        </p:nvSpPr>
        <p:spPr>
          <a:xfrm>
            <a:off x="381000" y="381001"/>
            <a:ext cx="11430000" cy="726439"/>
          </a:xfrm>
          <a:prstGeom prst="rect">
            <a:avLst/>
          </a:prstGeom>
        </p:spPr>
        <p:txBody>
          <a:bodyPr>
            <a:normAutofit/>
          </a:bodyPr>
          <a:lstStyle>
            <a:lvl1pPr>
              <a:lnSpc>
                <a:spcPct val="80000"/>
              </a:lnSpc>
              <a:defRPr/>
            </a:lvl1pPr>
          </a:lstStyle>
          <a:p>
            <a:r>
              <a:rPr lang="en-US"/>
              <a:t>Insert Main Title at 36pt min 30pt</a:t>
            </a:r>
          </a:p>
        </p:txBody>
      </p:sp>
      <p:sp>
        <p:nvSpPr>
          <p:cNvPr id="11" name="Footer Placeholder 6">
            <a:extLst>
              <a:ext uri="{FF2B5EF4-FFF2-40B4-BE49-F238E27FC236}">
                <a16:creationId xmlns:a16="http://schemas.microsoft.com/office/drawing/2014/main" id="{91C0017E-4521-4295-9033-A405A2FA81F4}"/>
              </a:ext>
            </a:extLst>
          </p:cNvPr>
          <p:cNvSpPr>
            <a:spLocks noGrp="1"/>
          </p:cNvSpPr>
          <p:nvPr>
            <p:ph type="ftr" sz="quarter" idx="17"/>
          </p:nvPr>
        </p:nvSpPr>
        <p:spPr>
          <a:xfrm>
            <a:off x="754226" y="6494041"/>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2" name="Slide Number Placeholder 9">
            <a:extLst>
              <a:ext uri="{FF2B5EF4-FFF2-40B4-BE49-F238E27FC236}">
                <a16:creationId xmlns:a16="http://schemas.microsoft.com/office/drawing/2014/main" id="{43EE0978-DC3A-4D86-83BC-C2F42549CA64}"/>
              </a:ext>
            </a:extLst>
          </p:cNvPr>
          <p:cNvSpPr>
            <a:spLocks noGrp="1"/>
          </p:cNvSpPr>
          <p:nvPr>
            <p:ph type="sldNum" sz="quarter" idx="18"/>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pic>
        <p:nvPicPr>
          <p:cNvPr id="5" name="Picture 4" descr="A picture containing drawing, clock&#10;&#10;Description automatically generated">
            <a:extLst>
              <a:ext uri="{FF2B5EF4-FFF2-40B4-BE49-F238E27FC236}">
                <a16:creationId xmlns:a16="http://schemas.microsoft.com/office/drawing/2014/main" id="{74B3D656-7B78-4FFC-881D-DD01CAC5AD7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81000" y="6482516"/>
            <a:ext cx="192024" cy="202328"/>
          </a:xfrm>
          <a:prstGeom prst="rect">
            <a:avLst/>
          </a:prstGeom>
        </p:spPr>
      </p:pic>
    </p:spTree>
    <p:extLst>
      <p:ext uri="{BB962C8B-B14F-4D97-AF65-F5344CB8AC3E}">
        <p14:creationId xmlns:p14="http://schemas.microsoft.com/office/powerpoint/2010/main" val="11461952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Divider 1">
    <p:bg>
      <p:bgPr>
        <a:solidFill>
          <a:schemeClr val="accent2"/>
        </a:solidFill>
        <a:effectLst/>
      </p:bgPr>
    </p:bg>
    <p:spTree>
      <p:nvGrpSpPr>
        <p:cNvPr id="1" name=""/>
        <p:cNvGrpSpPr/>
        <p:nvPr/>
      </p:nvGrpSpPr>
      <p:grpSpPr>
        <a:xfrm>
          <a:off x="0" y="0"/>
          <a:ext cx="0" cy="0"/>
          <a:chOff x="0" y="0"/>
          <a:chExt cx="0" cy="0"/>
        </a:xfrm>
      </p:grpSpPr>
      <p:pic>
        <p:nvPicPr>
          <p:cNvPr id="12" name="Acc_MobilityBLACK" hidden="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4827" y="541385"/>
            <a:ext cx="3430214" cy="527557"/>
          </a:xfrm>
          <a:prstGeom prst="rect">
            <a:avLst/>
          </a:prstGeom>
        </p:spPr>
      </p:pic>
      <p:pic>
        <p:nvPicPr>
          <p:cNvPr id="13" name="Acc_InteractiveBLACK" hidden="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194486" y="551413"/>
            <a:ext cx="3443260" cy="518866"/>
          </a:xfrm>
          <a:prstGeom prst="rect">
            <a:avLst/>
          </a:prstGeom>
        </p:spPr>
      </p:pic>
      <p:pic>
        <p:nvPicPr>
          <p:cNvPr id="14" name="Acc_AnalyticsBLACK" hidden="1"/>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196099" y="541708"/>
            <a:ext cx="3428941" cy="528482"/>
          </a:xfrm>
          <a:prstGeom prst="rect">
            <a:avLst/>
          </a:prstGeom>
        </p:spPr>
      </p:pic>
      <p:sp>
        <p:nvSpPr>
          <p:cNvPr id="20" name="Slide Number Placeholder 2">
            <a:extLst>
              <a:ext uri="{FF2B5EF4-FFF2-40B4-BE49-F238E27FC236}">
                <a16:creationId xmlns:a16="http://schemas.microsoft.com/office/drawing/2014/main" id="{167B18B3-4437-9A40-B389-7901B78FAAA7}"/>
              </a:ext>
            </a:extLst>
          </p:cNvPr>
          <p:cNvSpPr>
            <a:spLocks noGrp="1"/>
          </p:cNvSpPr>
          <p:nvPr>
            <p:ph type="sldNum" sz="quarter" idx="32"/>
          </p:nvPr>
        </p:nvSpPr>
        <p:spPr>
          <a:xfrm flipH="1">
            <a:off x="11617001" y="6537474"/>
            <a:ext cx="216084" cy="161888"/>
          </a:xfrm>
        </p:spPr>
        <p:txBody>
          <a:bodyPr/>
          <a:lstStyle>
            <a:lvl1pPr>
              <a:defRPr>
                <a:solidFill>
                  <a:schemeClr val="bg1">
                    <a:alpha val="50000"/>
                  </a:schemeClr>
                </a:solidFill>
              </a:defRPr>
            </a:lvl1pPr>
          </a:lstStyle>
          <a:p>
            <a:pPr>
              <a:defRPr/>
            </a:pPr>
            <a:fld id="{90CBDC3A-D49F-4631-A8C7-55D59B33E5FA}" type="slidenum">
              <a:rPr lang="en-US" smtClean="0"/>
              <a:pPr>
                <a:defRPr/>
              </a:pPr>
              <a:t>‹#›</a:t>
            </a:fld>
            <a:endParaRPr lang="en-US" dirty="0"/>
          </a:p>
        </p:txBody>
      </p:sp>
      <p:sp>
        <p:nvSpPr>
          <p:cNvPr id="7" name="Footer Placeholder 6">
            <a:extLst>
              <a:ext uri="{FF2B5EF4-FFF2-40B4-BE49-F238E27FC236}">
                <a16:creationId xmlns:a16="http://schemas.microsoft.com/office/drawing/2014/main" id="{89318202-F5EF-4F94-A2FB-2820022F3F3D}"/>
              </a:ext>
            </a:extLst>
          </p:cNvPr>
          <p:cNvSpPr>
            <a:spLocks noGrp="1"/>
          </p:cNvSpPr>
          <p:nvPr>
            <p:ph type="ftr" sz="quarter" idx="17"/>
          </p:nvPr>
        </p:nvSpPr>
        <p:spPr>
          <a:xfrm>
            <a:off x="754226" y="6494041"/>
            <a:ext cx="5714999" cy="206375"/>
          </a:xfrm>
          <a:prstGeom prst="rect">
            <a:avLst/>
          </a:prstGeom>
        </p:spPr>
        <p:txBody>
          <a:bodyPr lIns="0"/>
          <a:lstStyle>
            <a:lvl1pPr>
              <a:defRPr sz="800">
                <a:solidFill>
                  <a:schemeClr val="bg1">
                    <a:alpha val="40000"/>
                  </a:schemeClr>
                </a:solidFill>
              </a:defRPr>
            </a:lvl1pPr>
          </a:lstStyle>
          <a:p>
            <a:r>
              <a:rPr lang="en-US" dirty="0"/>
              <a:t>Copyright © 2020 Accenture. All rights reserved.</a:t>
            </a:r>
          </a:p>
        </p:txBody>
      </p:sp>
      <p:pic>
        <p:nvPicPr>
          <p:cNvPr id="8" name="Picture 7" descr="A picture containing drawing, clock&#10;&#10;Description automatically generated">
            <a:extLst>
              <a:ext uri="{FF2B5EF4-FFF2-40B4-BE49-F238E27FC236}">
                <a16:creationId xmlns:a16="http://schemas.microsoft.com/office/drawing/2014/main" id="{3337CFDD-6A45-4B8B-A44A-81963DA234F6}"/>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381000" y="6482516"/>
            <a:ext cx="192024" cy="202328"/>
          </a:xfrm>
          <a:prstGeom prst="rect">
            <a:avLst/>
          </a:prstGeom>
        </p:spPr>
      </p:pic>
    </p:spTree>
    <p:extLst>
      <p:ext uri="{BB962C8B-B14F-4D97-AF65-F5344CB8AC3E}">
        <p14:creationId xmlns:p14="http://schemas.microsoft.com/office/powerpoint/2010/main" val="1668701291"/>
      </p:ext>
    </p:extLst>
  </p:cSld>
  <p:clrMapOvr>
    <a:masterClrMapping/>
  </p:clrMapOvr>
  <p:extLst>
    <p:ext uri="{DCECCB84-F9BA-43D5-87BE-67443E8EF086}">
      <p15:sldGuideLst xmlns:p15="http://schemas.microsoft.com/office/powerpoint/2012/main">
        <p15:guide id="1" pos="6968">
          <p15:clr>
            <a:srgbClr val="5ACBF0"/>
          </p15:clr>
        </p15:guide>
        <p15:guide id="2" pos="709">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56F1F-FA65-4EEB-BDF1-3ABAA12E286A}"/>
              </a:ext>
            </a:extLst>
          </p:cNvPr>
          <p:cNvSpPr>
            <a:spLocks noGrp="1"/>
          </p:cNvSpPr>
          <p:nvPr>
            <p:ph type="title" hasCustomPrompt="1"/>
          </p:nvPr>
        </p:nvSpPr>
        <p:spPr>
          <a:xfrm>
            <a:off x="219222" y="240215"/>
            <a:ext cx="10515600" cy="306635"/>
          </a:xfrm>
        </p:spPr>
        <p:txBody>
          <a:bodyPr lIns="0" tIns="0" rIns="0" bIns="0" anchor="t">
            <a:normAutofit/>
          </a:bodyPr>
          <a:lstStyle>
            <a:lvl1pPr>
              <a:defRPr sz="2400">
                <a:solidFill>
                  <a:srgbClr val="33CC33"/>
                </a:solidFill>
                <a:latin typeface="Graphik Black" panose="020B0A03030202060203" pitchFamily="34" charset="0"/>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25318A67-9B80-412E-9A41-C4F91B5470E8}"/>
              </a:ext>
            </a:extLst>
          </p:cNvPr>
          <p:cNvSpPr>
            <a:spLocks noGrp="1"/>
          </p:cNvSpPr>
          <p:nvPr>
            <p:ph type="sldNum" sz="quarter" idx="12"/>
          </p:nvPr>
        </p:nvSpPr>
        <p:spPr>
          <a:xfrm>
            <a:off x="9243647" y="6356350"/>
            <a:ext cx="2743200" cy="365125"/>
          </a:xfrm>
        </p:spPr>
        <p:txBody>
          <a:bodyPr/>
          <a:lstStyle/>
          <a:p>
            <a:fld id="{63FC6494-8DB7-494F-83AE-7187FC8A4273}" type="slidenum">
              <a:rPr lang="en-US" smtClean="0"/>
              <a:t>‹#›</a:t>
            </a:fld>
            <a:endParaRPr lang="en-US" dirty="0"/>
          </a:p>
        </p:txBody>
      </p:sp>
      <p:sp>
        <p:nvSpPr>
          <p:cNvPr id="15" name="TextBox 14">
            <a:extLst>
              <a:ext uri="{FF2B5EF4-FFF2-40B4-BE49-F238E27FC236}">
                <a16:creationId xmlns:a16="http://schemas.microsoft.com/office/drawing/2014/main" id="{495E9138-10C8-4D5C-96AF-BA283019769A}"/>
              </a:ext>
            </a:extLst>
          </p:cNvPr>
          <p:cNvSpPr txBox="1"/>
          <p:nvPr userDrawn="1"/>
        </p:nvSpPr>
        <p:spPr>
          <a:xfrm>
            <a:off x="3470816" y="6629400"/>
            <a:ext cx="5250368" cy="228599"/>
          </a:xfrm>
          <a:prstGeom prst="rect">
            <a:avLst/>
          </a:prstGeom>
        </p:spPr>
        <p:txBody>
          <a:bodyPr vert="horz" wrap="square" lIns="0" tIns="0" rIns="0" bIns="0" rtlCol="0" anchor="ctr">
            <a:noAutofit/>
          </a:bodyPr>
          <a:lstStyle/>
          <a:p>
            <a:pPr lvl="0" algn="ctr">
              <a:defRPr/>
            </a:pPr>
            <a:r>
              <a:rPr lang="en-US" sz="800" kern="0" dirty="0">
                <a:solidFill>
                  <a:srgbClr val="000000">
                    <a:lumMod val="65000"/>
                    <a:lumOff val="35000"/>
                  </a:srgbClr>
                </a:solidFill>
                <a:latin typeface="Graphik" panose="020B0503030202060203" pitchFamily="34" charset="0"/>
                <a:cs typeface="Arial" panose="020B0604020202020204" pitchFamily="34" charset="0"/>
              </a:rPr>
              <a:t>Copyright 2022 Accenture. All rights reserved. Accenture Confidential Information. Internal Use Only</a:t>
            </a:r>
            <a:endParaRPr kumimoji="0" lang="en-US" sz="800" i="0" u="none" strike="noStrike" kern="1200" cap="none" spc="0" normalizeH="0" baseline="0" noProof="0" dirty="0">
              <a:ln>
                <a:noFill/>
              </a:ln>
              <a:solidFill>
                <a:srgbClr val="000000"/>
              </a:solidFill>
              <a:effectLst/>
              <a:uLnTx/>
              <a:uFillTx/>
              <a:latin typeface="Graphik" panose="020B0503030202060203"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804CDE97-5B21-4B58-93AF-0B6CCB281B91}"/>
              </a:ext>
            </a:extLst>
          </p:cNvPr>
          <p:cNvSpPr>
            <a:spLocks noGrp="1"/>
          </p:cNvSpPr>
          <p:nvPr>
            <p:ph type="body" sz="quarter" idx="13" hasCustomPrompt="1"/>
          </p:nvPr>
        </p:nvSpPr>
        <p:spPr>
          <a:xfrm>
            <a:off x="219075" y="600260"/>
            <a:ext cx="10515600" cy="422275"/>
          </a:xfrm>
        </p:spPr>
        <p:txBody>
          <a:bodyPr vert="horz" lIns="0" tIns="0" rIns="0" bIns="0" rtlCol="0" anchor="t">
            <a:normAutofit/>
          </a:bodyPr>
          <a:lstStyle>
            <a:lvl1pPr>
              <a:defRPr lang="en-US" sz="1600" dirty="0" smtClean="0">
                <a:solidFill>
                  <a:srgbClr val="0070C0"/>
                </a:solidFill>
                <a:latin typeface="Graphik Black" panose="020B0A03030202060203" pitchFamily="34" charset="0"/>
                <a:ea typeface="+mj-ea"/>
                <a:cs typeface="+mj-cs"/>
              </a:defRPr>
            </a:lvl1pPr>
          </a:lstStyle>
          <a:p>
            <a:pPr marL="0" lvl="0">
              <a:spcBef>
                <a:spcPct val="0"/>
              </a:spcBef>
              <a:buNone/>
            </a:pPr>
            <a:r>
              <a:rPr lang="en-US" dirty="0"/>
              <a:t>EDIT MASTER TEXT STYLES</a:t>
            </a:r>
          </a:p>
        </p:txBody>
      </p:sp>
    </p:spTree>
    <p:extLst>
      <p:ext uri="{BB962C8B-B14F-4D97-AF65-F5344CB8AC3E}">
        <p14:creationId xmlns:p14="http://schemas.microsoft.com/office/powerpoint/2010/main" val="31516460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Playbook/Lectur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B9DB20E-402F-4429-B44A-BCDD110E2DF6}"/>
              </a:ext>
            </a:extLst>
          </p:cNvPr>
          <p:cNvGrpSpPr/>
          <p:nvPr userDrawn="1"/>
        </p:nvGrpSpPr>
        <p:grpSpPr>
          <a:xfrm>
            <a:off x="1" y="-4488"/>
            <a:ext cx="12191065" cy="6862488"/>
            <a:chOff x="0" y="-3366"/>
            <a:chExt cx="9143299" cy="5146866"/>
          </a:xfrm>
        </p:grpSpPr>
        <p:sp>
          <p:nvSpPr>
            <p:cNvPr id="3" name="Rectangle">
              <a:extLst>
                <a:ext uri="{FF2B5EF4-FFF2-40B4-BE49-F238E27FC236}">
                  <a16:creationId xmlns:a16="http://schemas.microsoft.com/office/drawing/2014/main" id="{C6B6D226-A844-B141-A337-85FFBCFDE485}"/>
                </a:ext>
              </a:extLst>
            </p:cNvPr>
            <p:cNvSpPr/>
            <p:nvPr userDrawn="1"/>
          </p:nvSpPr>
          <p:spPr>
            <a:xfrm>
              <a:off x="0" y="-3366"/>
              <a:ext cx="9143299" cy="5146866"/>
            </a:xfrm>
            <a:prstGeom prst="rect">
              <a:avLst/>
            </a:prstGeom>
            <a:solidFill>
              <a:srgbClr val="F5F7F9"/>
            </a:solidFill>
            <a:ln w="12700">
              <a:miter lim="400000"/>
            </a:ln>
          </p:spPr>
          <p:txBody>
            <a:bodyPr lIns="0" tIns="0" rIns="0" bIns="0" anchor="ctr"/>
            <a:lstStyle/>
            <a:p>
              <a:pPr algn="l">
                <a:defRPr sz="3200" b="0">
                  <a:solidFill>
                    <a:srgbClr val="5E5E5E"/>
                  </a:solidFill>
                  <a:latin typeface="+mn-lt"/>
                  <a:ea typeface="+mn-ea"/>
                  <a:cs typeface="+mn-cs"/>
                  <a:sym typeface="Helvetica Neue Medium"/>
                </a:defRPr>
              </a:pPr>
              <a:endParaRPr lang="en-US" sz="1600" noProof="0"/>
            </a:p>
          </p:txBody>
        </p:sp>
        <p:sp>
          <p:nvSpPr>
            <p:cNvPr id="4" name="Rectangle">
              <a:extLst>
                <a:ext uri="{FF2B5EF4-FFF2-40B4-BE49-F238E27FC236}">
                  <a16:creationId xmlns:a16="http://schemas.microsoft.com/office/drawing/2014/main" id="{D989BA39-7EC6-294F-AF53-B7142E5CDB12}"/>
                </a:ext>
              </a:extLst>
            </p:cNvPr>
            <p:cNvSpPr/>
            <p:nvPr userDrawn="1"/>
          </p:nvSpPr>
          <p:spPr>
            <a:xfrm>
              <a:off x="189491" y="197168"/>
              <a:ext cx="8794630" cy="4593579"/>
            </a:xfrm>
            <a:prstGeom prst="rect">
              <a:avLst/>
            </a:prstGeom>
            <a:solidFill>
              <a:srgbClr val="FFFFFF"/>
            </a:solidFill>
            <a:ln w="12700">
              <a:miter lim="400000"/>
            </a:ln>
          </p:spPr>
          <p:txBody>
            <a:bodyPr lIns="0" tIns="0" rIns="0" bIns="0" anchor="ctr"/>
            <a:lstStyle/>
            <a:p>
              <a:pPr algn="l">
                <a:defRPr sz="3200" b="0">
                  <a:solidFill>
                    <a:srgbClr val="FFFFFF"/>
                  </a:solidFill>
                  <a:latin typeface="+mn-lt"/>
                  <a:ea typeface="+mn-ea"/>
                  <a:cs typeface="+mn-cs"/>
                  <a:sym typeface="Helvetica Neue Medium"/>
                </a:defRPr>
              </a:pPr>
              <a:endParaRPr lang="en-US" sz="1600" noProof="0"/>
            </a:p>
          </p:txBody>
        </p:sp>
      </p:grpSp>
      <p:sp>
        <p:nvSpPr>
          <p:cNvPr id="6" name="Copyright Ⓒ 2018 Accenture  All rights reserved">
            <a:extLst>
              <a:ext uri="{FF2B5EF4-FFF2-40B4-BE49-F238E27FC236}">
                <a16:creationId xmlns:a16="http://schemas.microsoft.com/office/drawing/2014/main" id="{8CACBDDE-75CD-C644-9B17-36349A723C74}"/>
              </a:ext>
            </a:extLst>
          </p:cNvPr>
          <p:cNvSpPr txBox="1"/>
          <p:nvPr/>
        </p:nvSpPr>
        <p:spPr>
          <a:xfrm>
            <a:off x="5688980" y="6565842"/>
            <a:ext cx="2324354" cy="12311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lvl1pPr algn="l" defTabSz="1828800">
              <a:defRPr sz="1600" b="0">
                <a:solidFill>
                  <a:srgbClr val="5E5E5E"/>
                </a:solidFill>
                <a:latin typeface="Graphik Medium"/>
                <a:ea typeface="Graphik Medium"/>
                <a:cs typeface="Graphik Medium"/>
                <a:sym typeface="Graphik Medium"/>
              </a:defRPr>
            </a:lvl1pPr>
          </a:lstStyle>
          <a:p>
            <a:r>
              <a:rPr lang="en-US" sz="800" noProof="0" dirty="0"/>
              <a:t>Copyright Ⓒ 2022 Accenture  All rights reserved</a:t>
            </a:r>
          </a:p>
        </p:txBody>
      </p:sp>
      <p:sp>
        <p:nvSpPr>
          <p:cNvPr id="46" name="Textplatzhalter 45">
            <a:extLst>
              <a:ext uri="{FF2B5EF4-FFF2-40B4-BE49-F238E27FC236}">
                <a16:creationId xmlns:a16="http://schemas.microsoft.com/office/drawing/2014/main" id="{C198B9B7-3351-804E-9791-0F86BB11B974}"/>
              </a:ext>
            </a:extLst>
          </p:cNvPr>
          <p:cNvSpPr>
            <a:spLocks noGrp="1"/>
          </p:cNvSpPr>
          <p:nvPr>
            <p:ph type="body" sz="quarter" idx="12"/>
          </p:nvPr>
        </p:nvSpPr>
        <p:spPr>
          <a:xfrm>
            <a:off x="583757" y="515602"/>
            <a:ext cx="5880705" cy="182815"/>
          </a:xfrm>
          <a:prstGeom prst="rect">
            <a:avLst/>
          </a:prstGeom>
        </p:spPr>
        <p:txBody>
          <a:bodyPr>
            <a:noAutofit/>
          </a:bodyPr>
          <a:lstStyle>
            <a:lvl1pPr marL="0" indent="0">
              <a:buNone/>
              <a:defRPr kumimoji="0" lang="en-US" sz="1051" b="0" i="0" u="none" strike="noStrike" cap="none" spc="0" normalizeH="0" baseline="0" dirty="0">
                <a:ln>
                  <a:noFill/>
                </a:ln>
                <a:solidFill>
                  <a:srgbClr val="313131"/>
                </a:solidFill>
                <a:effectLst/>
                <a:uFillTx/>
                <a:latin typeface="Graphik Medium"/>
                <a:ea typeface="Graphik Medium"/>
                <a:cs typeface="Graphik Medium"/>
                <a:sym typeface="Helvetica Neue"/>
              </a:defRPr>
            </a:lvl1pPr>
          </a:lstStyle>
          <a:p>
            <a:endParaRPr lang="en-US" noProof="0"/>
          </a:p>
        </p:txBody>
      </p:sp>
      <p:sp>
        <p:nvSpPr>
          <p:cNvPr id="48" name="Textplatzhalter 47">
            <a:extLst>
              <a:ext uri="{FF2B5EF4-FFF2-40B4-BE49-F238E27FC236}">
                <a16:creationId xmlns:a16="http://schemas.microsoft.com/office/drawing/2014/main" id="{8B591B01-1140-A446-97B6-CB7450ED42D0}"/>
              </a:ext>
            </a:extLst>
          </p:cNvPr>
          <p:cNvSpPr>
            <a:spLocks noGrp="1"/>
          </p:cNvSpPr>
          <p:nvPr>
            <p:ph type="body" sz="quarter" idx="13"/>
          </p:nvPr>
        </p:nvSpPr>
        <p:spPr>
          <a:xfrm>
            <a:off x="583758" y="726500"/>
            <a:ext cx="11058137" cy="1201155"/>
          </a:xfrm>
          <a:prstGeom prst="rect">
            <a:avLst/>
          </a:prstGeom>
        </p:spPr>
        <p:txBody>
          <a:bodyPr anchor="t">
            <a:noAutofit/>
          </a:bodyPr>
          <a:lstStyle>
            <a:lvl1pPr marL="0" indent="0">
              <a:buNone/>
              <a:defRPr kumimoji="0" lang="en-US" sz="3200" b="0" i="0" u="none" strike="noStrike" cap="none" spc="0" normalizeH="0" baseline="0" dirty="0">
                <a:ln>
                  <a:noFill/>
                </a:ln>
                <a:solidFill>
                  <a:srgbClr val="313131"/>
                </a:solidFill>
                <a:effectLst/>
                <a:uFillTx/>
                <a:latin typeface="Graphik Extralight"/>
                <a:ea typeface="Graphik Extralight"/>
                <a:cs typeface="Graphik Extralight"/>
                <a:sym typeface="Helvetica Neue"/>
              </a:defRPr>
            </a:lvl1pPr>
          </a:lstStyle>
          <a:p>
            <a:endParaRPr lang="en-US" noProof="0" dirty="0"/>
          </a:p>
        </p:txBody>
      </p:sp>
      <p:sp>
        <p:nvSpPr>
          <p:cNvPr id="70" name="Textfeld 69">
            <a:extLst>
              <a:ext uri="{FF2B5EF4-FFF2-40B4-BE49-F238E27FC236}">
                <a16:creationId xmlns:a16="http://schemas.microsoft.com/office/drawing/2014/main" id="{74F9075F-C7D3-C945-95B7-DC8B159B600D}"/>
              </a:ext>
            </a:extLst>
          </p:cNvPr>
          <p:cNvSpPr txBox="1"/>
          <p:nvPr userDrawn="1"/>
        </p:nvSpPr>
        <p:spPr>
          <a:xfrm>
            <a:off x="11641895" y="6555881"/>
            <a:ext cx="411480"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40" rtl="0" fontAlgn="auto" latinLnBrk="0" hangingPunct="0">
              <a:lnSpc>
                <a:spcPct val="100000"/>
              </a:lnSpc>
              <a:spcBef>
                <a:spcPts val="0"/>
              </a:spcBef>
              <a:spcAft>
                <a:spcPts val="0"/>
              </a:spcAft>
              <a:buClrTx/>
              <a:buSzTx/>
              <a:buFontTx/>
              <a:buNone/>
              <a:tabLst/>
            </a:pPr>
            <a:fld id="{62C197D3-294B-0846-B7D0-AC071D2CBE2F}" type="slidenum">
              <a:rPr kumimoji="0" lang="en-US" sz="800" b="0" i="0" u="none" strike="noStrike" cap="none" spc="0" normalizeH="0" baseline="0" smtClean="0">
                <a:ln>
                  <a:noFill/>
                </a:ln>
                <a:solidFill>
                  <a:srgbClr val="000000"/>
                </a:solidFill>
                <a:effectLst/>
                <a:uFillTx/>
                <a:latin typeface="Graphik" panose="020B0503030202060203" pitchFamily="34" charset="77"/>
                <a:ea typeface="Helvetica Neue Light"/>
                <a:cs typeface="Helvetica Neue"/>
                <a:sym typeface="Helvetica Neue"/>
              </a:rPr>
              <a:pPr marL="0" marR="0" indent="0" algn="ctr" defTabSz="412740"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a:ln>
                <a:noFill/>
              </a:ln>
              <a:solidFill>
                <a:srgbClr val="000000"/>
              </a:solidFill>
              <a:effectLst/>
              <a:uFillTx/>
              <a:latin typeface="Graphik" panose="020B0503030202060203" pitchFamily="34" charset="77"/>
              <a:ea typeface="Helvetica Neue Light"/>
              <a:cs typeface="Helvetica Neue"/>
              <a:sym typeface="Helvetica Neue"/>
            </a:endParaRPr>
          </a:p>
        </p:txBody>
      </p:sp>
      <p:pic>
        <p:nvPicPr>
          <p:cNvPr id="14" name="Grafik 13">
            <a:extLst>
              <a:ext uri="{FF2B5EF4-FFF2-40B4-BE49-F238E27FC236}">
                <a16:creationId xmlns:a16="http://schemas.microsoft.com/office/drawing/2014/main" id="{31462AE7-3669-354B-9330-98F8761FD95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866914" y="6465311"/>
            <a:ext cx="733863" cy="314192"/>
          </a:xfrm>
          <a:prstGeom prst="rect">
            <a:avLst/>
          </a:prstGeom>
        </p:spPr>
      </p:pic>
    </p:spTree>
    <p:extLst>
      <p:ext uri="{BB962C8B-B14F-4D97-AF65-F5344CB8AC3E}">
        <p14:creationId xmlns:p14="http://schemas.microsoft.com/office/powerpoint/2010/main" val="2918973323"/>
      </p:ext>
    </p:extLst>
  </p:cSld>
  <p:clrMapOvr>
    <a:masterClrMapping/>
  </p:clrMapOvr>
  <p:transition spd="med"/>
  <p:extLst>
    <p:ext uri="{DCECCB84-F9BA-43D5-87BE-67443E8EF086}">
      <p15:sldGuideLst xmlns:p15="http://schemas.microsoft.com/office/powerpoint/2012/main">
        <p15:guide id="1" orient="horz" pos="1033">
          <p15:clr>
            <a:srgbClr val="FBAE40"/>
          </p15:clr>
        </p15:guide>
        <p15:guide id="2" orient="horz" pos="2938">
          <p15:clr>
            <a:srgbClr val="FBAE40"/>
          </p15:clr>
        </p15:guide>
        <p15:guide id="3" pos="269">
          <p15:clr>
            <a:srgbClr val="FBAE40"/>
          </p15:clr>
        </p15:guide>
        <p15:guide id="4" pos="5499">
          <p15:clr>
            <a:srgbClr val="FBAE40"/>
          </p15:clr>
        </p15:guide>
        <p15:guide id="5" pos="28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Bullets Opt 1">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104290A-1E04-4AF8-82EA-4BADC574788C}"/>
              </a:ext>
            </a:extLst>
          </p:cNvPr>
          <p:cNvSpPr>
            <a:spLocks noGrp="1"/>
          </p:cNvSpPr>
          <p:nvPr>
            <p:ph type="title" hasCustomPrompt="1"/>
          </p:nvPr>
        </p:nvSpPr>
        <p:spPr>
          <a:xfrm>
            <a:off x="381000" y="381001"/>
            <a:ext cx="11430000" cy="726439"/>
          </a:xfrm>
          <a:prstGeom prst="rect">
            <a:avLst/>
          </a:prstGeom>
        </p:spPr>
        <p:txBody>
          <a:bodyPr>
            <a:normAutofit/>
          </a:bodyPr>
          <a:lstStyle>
            <a:lvl1pPr>
              <a:lnSpc>
                <a:spcPct val="80000"/>
              </a:lnSpc>
              <a:defRPr/>
            </a:lvl1pPr>
          </a:lstStyle>
          <a:p>
            <a:r>
              <a:rPr lang="en-US"/>
              <a:t>Insert Main Title at 36pt min 30pt</a:t>
            </a:r>
          </a:p>
        </p:txBody>
      </p:sp>
    </p:spTree>
    <p:extLst>
      <p:ext uri="{BB962C8B-B14F-4D97-AF65-F5344CB8AC3E}">
        <p14:creationId xmlns:p14="http://schemas.microsoft.com/office/powerpoint/2010/main" val="36477557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1AFBD-8268-6E4E-B726-58CFB16052F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2F82312-3184-8349-A074-E375B37B54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FC512A5-A4BF-F04E-9728-A4BCE2E07F3C}"/>
              </a:ext>
            </a:extLst>
          </p:cNvPr>
          <p:cNvSpPr>
            <a:spLocks noGrp="1"/>
          </p:cNvSpPr>
          <p:nvPr>
            <p:ph type="dt" sz="half" idx="10"/>
          </p:nvPr>
        </p:nvSpPr>
        <p:spPr/>
        <p:txBody>
          <a:bodyPr/>
          <a:lstStyle/>
          <a:p>
            <a:fld id="{16D56AAA-2B22-9448-A19B-5118FC26E10B}" type="datetimeFigureOut">
              <a:rPr lang="en-US" smtClean="0"/>
              <a:t>8/17/2026</a:t>
            </a:fld>
            <a:endParaRPr lang="en-US"/>
          </a:p>
        </p:txBody>
      </p:sp>
      <p:sp>
        <p:nvSpPr>
          <p:cNvPr id="5" name="Footer Placeholder 4">
            <a:extLst>
              <a:ext uri="{FF2B5EF4-FFF2-40B4-BE49-F238E27FC236}">
                <a16:creationId xmlns:a16="http://schemas.microsoft.com/office/drawing/2014/main" id="{5F01ACDA-90AD-DF4E-B1C9-3175F6A31C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2C3B2B-4BD8-8B4A-A487-317A72600304}"/>
              </a:ext>
            </a:extLst>
          </p:cNvPr>
          <p:cNvSpPr>
            <a:spLocks noGrp="1"/>
          </p:cNvSpPr>
          <p:nvPr>
            <p:ph type="sldNum" sz="quarter" idx="12"/>
          </p:nvPr>
        </p:nvSpPr>
        <p:spPr/>
        <p:txBody>
          <a:bodyPr/>
          <a:lstStyle/>
          <a:p>
            <a:fld id="{BC1FC613-4EEB-CC4B-B0A4-9C18D7586DEA}" type="slidenum">
              <a:rPr lang="en-US" smtClean="0"/>
              <a:t>‹#›</a:t>
            </a:fld>
            <a:endParaRPr lang="en-US"/>
          </a:p>
        </p:txBody>
      </p:sp>
    </p:spTree>
    <p:extLst>
      <p:ext uri="{BB962C8B-B14F-4D97-AF65-F5344CB8AC3E}">
        <p14:creationId xmlns:p14="http://schemas.microsoft.com/office/powerpoint/2010/main" val="122192990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17-08-2026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8504694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17-08-2026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61486710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F314A7-305B-4E0B-96B7-5B0949118DB0}" type="datetimeFigureOut">
              <a:rPr lang="en-IN" smtClean="0"/>
              <a:t>17-08-2026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86190311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8F314A7-305B-4E0B-96B7-5B0949118DB0}" type="datetimeFigureOut">
              <a:rPr lang="en-IN" smtClean="0"/>
              <a:t>17-08-2026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36221140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8F314A7-305B-4E0B-96B7-5B0949118DB0}" type="datetimeFigureOut">
              <a:rPr lang="en-IN" smtClean="0"/>
              <a:t>17-08-2026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19892332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8F314A7-305B-4E0B-96B7-5B0949118DB0}" type="datetimeFigureOut">
              <a:rPr lang="en-IN" smtClean="0"/>
              <a:t>17-08-2026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19747371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F314A7-305B-4E0B-96B7-5B0949118DB0}" type="datetimeFigureOut">
              <a:rPr lang="en-IN" smtClean="0"/>
              <a:t>17-08-2026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34674625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F314A7-305B-4E0B-96B7-5B0949118DB0}" type="datetimeFigureOut">
              <a:rPr lang="en-IN" smtClean="0"/>
              <a:t>17-08-2026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8593588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F314A7-305B-4E0B-96B7-5B0949118DB0}" type="datetimeFigureOut">
              <a:rPr lang="en-IN" smtClean="0"/>
              <a:t>17-08-2026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15802856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17-08-2026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33217269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17-08-2026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968465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Standard slide_no bullets">
    <p:spTree>
      <p:nvGrpSpPr>
        <p:cNvPr id="1" name=""/>
        <p:cNvGrpSpPr/>
        <p:nvPr/>
      </p:nvGrpSpPr>
      <p:grpSpPr>
        <a:xfrm>
          <a:off x="0" y="0"/>
          <a:ext cx="0" cy="0"/>
          <a:chOff x="0" y="0"/>
          <a:chExt cx="0" cy="0"/>
        </a:xfrm>
      </p:grpSpPr>
      <p:sp>
        <p:nvSpPr>
          <p:cNvPr id="10" name="Text Placeholder 16">
            <a:extLst>
              <a:ext uri="{FF2B5EF4-FFF2-40B4-BE49-F238E27FC236}">
                <a16:creationId xmlns:a16="http://schemas.microsoft.com/office/drawing/2014/main" id="{DA81FCAA-64D2-4A9C-B16E-9C4E3BB431BB}"/>
              </a:ext>
            </a:extLst>
          </p:cNvPr>
          <p:cNvSpPr>
            <a:spLocks noGrp="1"/>
          </p:cNvSpPr>
          <p:nvPr>
            <p:ph type="body" sz="quarter" idx="14" hasCustomPrompt="1"/>
          </p:nvPr>
        </p:nvSpPr>
        <p:spPr>
          <a:xfrm>
            <a:off x="7129748" y="3813288"/>
            <a:ext cx="3087667" cy="180000"/>
          </a:xfrm>
        </p:spPr>
        <p:txBody>
          <a:bodyPr/>
          <a:lstStyle>
            <a:lvl1pPr marL="0" indent="0">
              <a:buNone/>
              <a:defRPr sz="1199">
                <a:solidFill>
                  <a:schemeClr val="bg1"/>
                </a:solidFill>
              </a:defRPr>
            </a:lvl1pPr>
          </a:lstStyle>
          <a:p>
            <a:pPr lvl="0"/>
            <a:r>
              <a:rPr lang="en-US" dirty="0"/>
              <a:t>Name Surname</a:t>
            </a:r>
            <a:endParaRPr lang="en-GB" dirty="0"/>
          </a:p>
        </p:txBody>
      </p:sp>
      <p:sp>
        <p:nvSpPr>
          <p:cNvPr id="11" name="Text Placeholder 16">
            <a:extLst>
              <a:ext uri="{FF2B5EF4-FFF2-40B4-BE49-F238E27FC236}">
                <a16:creationId xmlns:a16="http://schemas.microsoft.com/office/drawing/2014/main" id="{03CDC117-35F2-47B2-85B2-29CB8EE7E096}"/>
              </a:ext>
            </a:extLst>
          </p:cNvPr>
          <p:cNvSpPr>
            <a:spLocks noGrp="1"/>
          </p:cNvSpPr>
          <p:nvPr>
            <p:ph type="body" sz="quarter" idx="15" hasCustomPrompt="1"/>
          </p:nvPr>
        </p:nvSpPr>
        <p:spPr>
          <a:xfrm>
            <a:off x="7129748" y="4055931"/>
            <a:ext cx="3087667" cy="180000"/>
          </a:xfrm>
        </p:spPr>
        <p:txBody>
          <a:bodyPr/>
          <a:lstStyle>
            <a:lvl1pPr marL="0" indent="0">
              <a:buNone/>
              <a:defRPr sz="1199">
                <a:solidFill>
                  <a:schemeClr val="bg1"/>
                </a:solidFill>
              </a:defRPr>
            </a:lvl1pPr>
          </a:lstStyle>
          <a:p>
            <a:pPr lvl="0"/>
            <a:r>
              <a:rPr lang="en-US" dirty="0"/>
              <a:t>Job Title to go here</a:t>
            </a:r>
            <a:endParaRPr lang="en-GB" dirty="0"/>
          </a:p>
        </p:txBody>
      </p:sp>
      <p:sp>
        <p:nvSpPr>
          <p:cNvPr id="14" name="Picture Placeholder 19">
            <a:extLst>
              <a:ext uri="{FF2B5EF4-FFF2-40B4-BE49-F238E27FC236}">
                <a16:creationId xmlns:a16="http://schemas.microsoft.com/office/drawing/2014/main" id="{00A15EA9-2372-4E06-83C2-1E13AB1FA626}"/>
              </a:ext>
            </a:extLst>
          </p:cNvPr>
          <p:cNvSpPr>
            <a:spLocks noGrp="1"/>
          </p:cNvSpPr>
          <p:nvPr>
            <p:ph type="pic" sz="quarter" idx="16"/>
          </p:nvPr>
        </p:nvSpPr>
        <p:spPr>
          <a:xfrm>
            <a:off x="6119820" y="3578084"/>
            <a:ext cx="778554" cy="778959"/>
          </a:xfrm>
          <a:prstGeom prst="ellipse">
            <a:avLst/>
          </a:prstGeom>
        </p:spPr>
        <p:txBody>
          <a:bodyPr anchor="ctr"/>
          <a:lstStyle>
            <a:lvl1pPr marL="0" indent="0" algn="ctr">
              <a:buNone/>
              <a:defRPr sz="900">
                <a:solidFill>
                  <a:schemeClr val="bg1"/>
                </a:solidFill>
              </a:defRPr>
            </a:lvl1pPr>
          </a:lstStyle>
          <a:p>
            <a:endParaRPr lang="en-GB" dirty="0"/>
          </a:p>
        </p:txBody>
      </p:sp>
    </p:spTree>
    <p:extLst>
      <p:ext uri="{BB962C8B-B14F-4D97-AF65-F5344CB8AC3E}">
        <p14:creationId xmlns:p14="http://schemas.microsoft.com/office/powerpoint/2010/main" val="362620110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47B586-CFEE-4C32-8227-001B5A89C37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dirty="0"/>
              <a:t>Place key message here</a:t>
            </a:r>
          </a:p>
        </p:txBody>
      </p:sp>
    </p:spTree>
    <p:extLst>
      <p:ext uri="{BB962C8B-B14F-4D97-AF65-F5344CB8AC3E}">
        <p14:creationId xmlns:p14="http://schemas.microsoft.com/office/powerpoint/2010/main" val="31627965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Cover: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46E4763-F545-C94B-51CE-F4BC514CB5E2}"/>
              </a:ext>
            </a:extLst>
          </p:cNvPr>
          <p:cNvSpPr>
            <a:spLocks noGrp="1"/>
          </p:cNvSpPr>
          <p:nvPr>
            <p:ph type="title"/>
          </p:nvPr>
        </p:nvSpPr>
        <p:spPr>
          <a:xfrm>
            <a:off x="1164969" y="3010439"/>
            <a:ext cx="6793919" cy="1329595"/>
          </a:xfrm>
          <a:prstGeom prst="rect">
            <a:avLst/>
          </a:prstGeom>
        </p:spPr>
        <p:txBody>
          <a:bodyPr anchor="b">
            <a:spAutoFit/>
          </a:bodyPr>
          <a:lstStyle>
            <a:lvl1pPr algn="l">
              <a:lnSpc>
                <a:spcPct val="90000"/>
              </a:lnSpc>
              <a:defRPr sz="4800" b="0">
                <a:solidFill>
                  <a:schemeClr val="tx1"/>
                </a:solidFill>
              </a:defRPr>
            </a:lvl1pPr>
          </a:lstStyle>
          <a:p>
            <a:r>
              <a:rPr lang="en-GB"/>
              <a:t>Click to edit Master title style</a:t>
            </a:r>
            <a:endParaRPr lang="en-US"/>
          </a:p>
        </p:txBody>
      </p:sp>
      <p:sp>
        <p:nvSpPr>
          <p:cNvPr id="16" name="Subtitle 2">
            <a:extLst>
              <a:ext uri="{FF2B5EF4-FFF2-40B4-BE49-F238E27FC236}">
                <a16:creationId xmlns:a16="http://schemas.microsoft.com/office/drawing/2014/main" id="{BC002026-094D-D1B0-BDA1-62996F241354}"/>
              </a:ext>
            </a:extLst>
          </p:cNvPr>
          <p:cNvSpPr>
            <a:spLocks noGrp="1"/>
          </p:cNvSpPr>
          <p:nvPr>
            <p:ph type="subTitle" idx="1" hasCustomPrompt="1"/>
          </p:nvPr>
        </p:nvSpPr>
        <p:spPr>
          <a:xfrm>
            <a:off x="1164969" y="4464055"/>
            <a:ext cx="6793919"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pic>
        <p:nvPicPr>
          <p:cNvPr id="3" name="accenture" descr="accenture logo">
            <a:extLst>
              <a:ext uri="{FF2B5EF4-FFF2-40B4-BE49-F238E27FC236}">
                <a16:creationId xmlns:a16="http://schemas.microsoft.com/office/drawing/2014/main" id="{FF7A765D-4682-9084-D606-70A59390D78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
        <p:nvSpPr>
          <p:cNvPr id="18" name="Text Placeholder 16">
            <a:extLst>
              <a:ext uri="{FF2B5EF4-FFF2-40B4-BE49-F238E27FC236}">
                <a16:creationId xmlns:a16="http://schemas.microsoft.com/office/drawing/2014/main" id="{21E81FC3-5B5A-36F1-7992-060E05D4773E}"/>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3" name="Text Placeholder 16">
            <a:extLst>
              <a:ext uri="{FF2B5EF4-FFF2-40B4-BE49-F238E27FC236}">
                <a16:creationId xmlns:a16="http://schemas.microsoft.com/office/drawing/2014/main" id="{36108AED-3E3E-1C9D-6AD6-AB28DC816233}"/>
              </a:ext>
            </a:extLst>
          </p:cNvPr>
          <p:cNvSpPr>
            <a:spLocks noGrp="1"/>
          </p:cNvSpPr>
          <p:nvPr>
            <p:ph type="body" sz="quarter" idx="15" hasCustomPrompt="1"/>
          </p:nvPr>
        </p:nvSpPr>
        <p:spPr>
          <a:xfrm>
            <a:off x="9158956" y="6124059"/>
            <a:ext cx="1832894" cy="184666"/>
          </a:xfrm>
          <a:prstGeom prst="rect">
            <a:avLst/>
          </a:prstGeom>
        </p:spPr>
        <p:txBody>
          <a:bodyPr wrap="square">
            <a:spAutoFit/>
          </a:bodyPr>
          <a:lstStyle>
            <a:lvl1pPr marL="0" indent="0" algn="r"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Tree>
    <p:extLst>
      <p:ext uri="{BB962C8B-B14F-4D97-AF65-F5344CB8AC3E}">
        <p14:creationId xmlns:p14="http://schemas.microsoft.com/office/powerpoint/2010/main" val="4489203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Cover: light mode">
    <p:bg>
      <p:bgPr>
        <a:solidFill>
          <a:schemeClr val="tx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31B3895-321B-8CAC-83C2-50F886A2CDA3}"/>
              </a:ext>
            </a:extLst>
          </p:cNvPr>
          <p:cNvSpPr>
            <a:spLocks noGrp="1"/>
          </p:cNvSpPr>
          <p:nvPr>
            <p:ph type="title"/>
          </p:nvPr>
        </p:nvSpPr>
        <p:spPr>
          <a:xfrm>
            <a:off x="1171951" y="3008948"/>
            <a:ext cx="6795392" cy="1329595"/>
          </a:xfrm>
          <a:prstGeom prst="rect">
            <a:avLst/>
          </a:prstGeom>
        </p:spPr>
        <p:txBody>
          <a:bodyPr anchor="b"/>
          <a:lstStyle>
            <a:lvl1pPr algn="l">
              <a:lnSpc>
                <a:spcPct val="90000"/>
              </a:lnSpc>
              <a:defRPr sz="4800">
                <a:solidFill>
                  <a:schemeClr val="bg1"/>
                </a:solidFill>
              </a:defRPr>
            </a:lvl1pPr>
          </a:lstStyle>
          <a:p>
            <a:r>
              <a:rPr lang="en-GB"/>
              <a:t>Click to edit Master title style</a:t>
            </a:r>
            <a:endParaRPr lang="en-US"/>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1171951" y="4475703"/>
            <a:ext cx="6795392" cy="1092845"/>
          </a:xfrm>
          <a:prstGeom prst="rect">
            <a:avLst/>
          </a:prstGeom>
        </p:spPr>
        <p:txBody>
          <a:bodyPr/>
          <a:lstStyle>
            <a:lvl1pPr marL="0" indent="0" algn="l">
              <a:lnSpc>
                <a:spcPct val="90000"/>
              </a:lnSpc>
              <a:spcAft>
                <a:spcPts val="0"/>
              </a:spcAft>
              <a:buNone/>
              <a:defRPr sz="1800" b="0" i="0" spc="0">
                <a:solidFill>
                  <a:schemeClr val="bg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11" name="Text Placeholder 16">
            <a:extLst>
              <a:ext uri="{FF2B5EF4-FFF2-40B4-BE49-F238E27FC236}">
                <a16:creationId xmlns:a16="http://schemas.microsoft.com/office/drawing/2014/main" id="{349A45E5-70FE-79EB-8E7A-1A2061B62B79}"/>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bg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2" name="Text Placeholder 16">
            <a:extLst>
              <a:ext uri="{FF2B5EF4-FFF2-40B4-BE49-F238E27FC236}">
                <a16:creationId xmlns:a16="http://schemas.microsoft.com/office/drawing/2014/main" id="{57A6BE55-E9EF-68A2-0448-87EF125B2BE9}"/>
              </a:ext>
            </a:extLst>
          </p:cNvPr>
          <p:cNvSpPr>
            <a:spLocks noGrp="1"/>
          </p:cNvSpPr>
          <p:nvPr>
            <p:ph type="body" sz="quarter" idx="15" hasCustomPrompt="1"/>
          </p:nvPr>
        </p:nvSpPr>
        <p:spPr>
          <a:xfrm>
            <a:off x="9158956" y="6124059"/>
            <a:ext cx="1832894" cy="184666"/>
          </a:xfrm>
          <a:prstGeom prst="rect">
            <a:avLst/>
          </a:prstGeom>
        </p:spPr>
        <p:txBody>
          <a:bodyPr wrap="square" anchor="b">
            <a:spAutoFit/>
          </a:bodyPr>
          <a:lstStyle>
            <a:lvl1pPr marL="0" indent="0" algn="r" defTabSz="914377" rtl="0" eaLnBrk="1" latinLnBrk="0" hangingPunct="1">
              <a:spcAft>
                <a:spcPts val="0"/>
              </a:spcAft>
              <a:buNone/>
              <a:defRPr lang="en-US" sz="1200" b="0" i="0" kern="1200" dirty="0">
                <a:solidFill>
                  <a:schemeClr val="bg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pic>
        <p:nvPicPr>
          <p:cNvPr id="2" name="accenture" descr="accenture logo">
            <a:extLst>
              <a:ext uri="{FF2B5EF4-FFF2-40B4-BE49-F238E27FC236}">
                <a16:creationId xmlns:a16="http://schemas.microsoft.com/office/drawing/2014/main" id="{B93529DF-12F1-3D03-117A-86D7C5AD9A1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71951" y="557588"/>
            <a:ext cx="1247506" cy="328510"/>
          </a:xfrm>
          <a:prstGeom prst="rect">
            <a:avLst/>
          </a:prstGeom>
        </p:spPr>
      </p:pic>
    </p:spTree>
    <p:extLst>
      <p:ext uri="{BB962C8B-B14F-4D97-AF65-F5344CB8AC3E}">
        <p14:creationId xmlns:p14="http://schemas.microsoft.com/office/powerpoint/2010/main" val="2690017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Cover: Song">
    <p:bg>
      <p:bgPr>
        <a:solidFill>
          <a:schemeClr val="tx1">
            <a:lumMod val="65000"/>
          </a:schemeClr>
        </a:solidFill>
        <a:effectLst/>
      </p:bgPr>
    </p:bg>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2F82E940-E7B0-A119-28B0-041715DCEAF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9" y="-2666263"/>
            <a:ext cx="6857999" cy="12190525"/>
          </a:xfrm>
          <a:prstGeom prst="rect">
            <a:avLst/>
          </a:prstGeom>
        </p:spPr>
      </p:pic>
      <p:sp>
        <p:nvSpPr>
          <p:cNvPr id="3" name="Title 1">
            <a:extLst>
              <a:ext uri="{FF2B5EF4-FFF2-40B4-BE49-F238E27FC236}">
                <a16:creationId xmlns:a16="http://schemas.microsoft.com/office/drawing/2014/main" id="{2878D30E-951E-72C4-5535-66637753BE55}"/>
              </a:ext>
            </a:extLst>
          </p:cNvPr>
          <p:cNvSpPr>
            <a:spLocks noGrp="1"/>
          </p:cNvSpPr>
          <p:nvPr>
            <p:ph type="title"/>
          </p:nvPr>
        </p:nvSpPr>
        <p:spPr>
          <a:xfrm>
            <a:off x="1164970" y="2952671"/>
            <a:ext cx="8931530" cy="664797"/>
          </a:xfrm>
          <a:prstGeom prst="rect">
            <a:avLst/>
          </a:prstGeom>
        </p:spPr>
        <p:txBody>
          <a:bodyPr wrap="square" anchor="b">
            <a:spAutoFit/>
          </a:bodyPr>
          <a:lstStyle>
            <a:lvl1pPr algn="l">
              <a:lnSpc>
                <a:spcPct val="90000"/>
              </a:lnSpc>
              <a:defRPr sz="4800">
                <a:solidFill>
                  <a:schemeClr val="tx1"/>
                </a:solidFill>
              </a:defRPr>
            </a:lvl1pPr>
          </a:lstStyle>
          <a:p>
            <a:r>
              <a:rPr lang="en-GB"/>
              <a:t>Click to edit Master title style</a:t>
            </a:r>
            <a:endParaRPr lang="en-US"/>
          </a:p>
        </p:txBody>
      </p:sp>
      <p:sp>
        <p:nvSpPr>
          <p:cNvPr id="4" name="Subtitle 2">
            <a:extLst>
              <a:ext uri="{FF2B5EF4-FFF2-40B4-BE49-F238E27FC236}">
                <a16:creationId xmlns:a16="http://schemas.microsoft.com/office/drawing/2014/main" id="{5775FD5F-4D58-7741-C57A-08997F3E1DD6}"/>
              </a:ext>
            </a:extLst>
          </p:cNvPr>
          <p:cNvSpPr>
            <a:spLocks noGrp="1"/>
          </p:cNvSpPr>
          <p:nvPr>
            <p:ph type="subTitle" idx="1" hasCustomPrompt="1"/>
          </p:nvPr>
        </p:nvSpPr>
        <p:spPr>
          <a:xfrm>
            <a:off x="1164970" y="3741489"/>
            <a:ext cx="893153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6" name="Text Placeholder 16">
            <a:extLst>
              <a:ext uri="{FF2B5EF4-FFF2-40B4-BE49-F238E27FC236}">
                <a16:creationId xmlns:a16="http://schemas.microsoft.com/office/drawing/2014/main" id="{EA105FD1-CA09-BDBB-C408-AB40400DB336}"/>
              </a:ext>
            </a:extLst>
          </p:cNvPr>
          <p:cNvSpPr>
            <a:spLocks noGrp="1"/>
          </p:cNvSpPr>
          <p:nvPr>
            <p:ph type="body" sz="quarter" idx="15" hasCustomPrompt="1"/>
          </p:nvPr>
        </p:nvSpPr>
        <p:spPr>
          <a:xfrm>
            <a:off x="1171950" y="5176580"/>
            <a:ext cx="3655291"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5" name="Text Placeholder 16">
            <a:extLst>
              <a:ext uri="{FF2B5EF4-FFF2-40B4-BE49-F238E27FC236}">
                <a16:creationId xmlns:a16="http://schemas.microsoft.com/office/drawing/2014/main" id="{D266AB3E-F8D9-4648-CDC8-BDA8246735A6}"/>
              </a:ext>
            </a:extLst>
          </p:cNvPr>
          <p:cNvSpPr>
            <a:spLocks noGrp="1"/>
          </p:cNvSpPr>
          <p:nvPr>
            <p:ph type="body" sz="quarter" idx="12" hasCustomPrompt="1"/>
          </p:nvPr>
        </p:nvSpPr>
        <p:spPr>
          <a:xfrm>
            <a:off x="1171950" y="5401494"/>
            <a:ext cx="3655291" cy="184666"/>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8" name="Picture 7">
            <a:extLst>
              <a:ext uri="{FF2B5EF4-FFF2-40B4-BE49-F238E27FC236}">
                <a16:creationId xmlns:a16="http://schemas.microsoft.com/office/drawing/2014/main" id="{BAE43744-0C39-A052-7487-659CA9C80BAB}"/>
              </a:ext>
            </a:extLst>
          </p:cNvPr>
          <p:cNvPicPr>
            <a:picLocks noChangeAspect="1"/>
          </p:cNvPicPr>
          <p:nvPr userDrawn="1"/>
        </p:nvPicPr>
        <p:blipFill>
          <a:blip r:embed="rId3"/>
          <a:stretch>
            <a:fillRect/>
          </a:stretch>
        </p:blipFill>
        <p:spPr>
          <a:xfrm>
            <a:off x="1163638" y="6170081"/>
            <a:ext cx="1514051" cy="180050"/>
          </a:xfrm>
          <a:prstGeom prst="rect">
            <a:avLst/>
          </a:prstGeom>
        </p:spPr>
      </p:pic>
      <p:pic>
        <p:nvPicPr>
          <p:cNvPr id="7" name="accenture" descr="accenture logo">
            <a:extLst>
              <a:ext uri="{FF2B5EF4-FFF2-40B4-BE49-F238E27FC236}">
                <a16:creationId xmlns:a16="http://schemas.microsoft.com/office/drawing/2014/main" id="{145CAD81-7743-A093-B6F5-E98233328E5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Tree>
    <p:extLst>
      <p:ext uri="{BB962C8B-B14F-4D97-AF65-F5344CB8AC3E}">
        <p14:creationId xmlns:p14="http://schemas.microsoft.com/office/powerpoint/2010/main" val="13488699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Client &amp; acquisition cover: light mode">
    <p:bg>
      <p:bgPr>
        <a:solidFill>
          <a:schemeClr val="tx1"/>
        </a:solidFill>
        <a:effectLst/>
      </p:bgPr>
    </p:bg>
    <p:spTree>
      <p:nvGrpSpPr>
        <p:cNvPr id="1" name=""/>
        <p:cNvGrpSpPr/>
        <p:nvPr/>
      </p:nvGrpSpPr>
      <p:grpSpPr>
        <a:xfrm>
          <a:off x="0" y="0"/>
          <a:ext cx="0" cy="0"/>
          <a:chOff x="0" y="0"/>
          <a:chExt cx="0" cy="0"/>
        </a:xfrm>
      </p:grpSpPr>
      <p:sp>
        <p:nvSpPr>
          <p:cNvPr id="3" name="Picture Placeholder 11" descr="Image placeholder for client logo">
            <a:extLst>
              <a:ext uri="{FF2B5EF4-FFF2-40B4-BE49-F238E27FC236}">
                <a16:creationId xmlns:a16="http://schemas.microsoft.com/office/drawing/2014/main" id="{C5FB3CF4-DD64-BD63-23C6-97F8FC097FD4}"/>
              </a:ext>
            </a:extLst>
          </p:cNvPr>
          <p:cNvSpPr>
            <a:spLocks noGrp="1"/>
          </p:cNvSpPr>
          <p:nvPr>
            <p:ph type="pic" sz="quarter" idx="13" hasCustomPrompt="1"/>
          </p:nvPr>
        </p:nvSpPr>
        <p:spPr>
          <a:xfrm>
            <a:off x="1143003" y="821769"/>
            <a:ext cx="1884233" cy="985085"/>
          </a:xfrm>
          <a:prstGeom prst="rect">
            <a:avLst/>
          </a:prstGeom>
        </p:spPr>
        <p:txBody>
          <a:bodyPr anchor="ctr"/>
          <a:lstStyle>
            <a:lvl1pPr algn="ctr">
              <a:buFont typeface="Graphik" panose="020B0604020202020204" pitchFamily="34" charset="0"/>
              <a:buNone/>
              <a:defRPr sz="1400" b="0" i="0">
                <a:solidFill>
                  <a:sysClr val="windowText" lastClr="000000"/>
                </a:solidFill>
                <a:latin typeface="Graphik" panose="020B0503030202060203" pitchFamily="34" charset="77"/>
              </a:defRPr>
            </a:lvl1pPr>
          </a:lstStyle>
          <a:p>
            <a:r>
              <a:rPr lang="en-GB"/>
              <a:t>Add client logo</a:t>
            </a:r>
            <a:endParaRPr lang="en-US"/>
          </a:p>
        </p:txBody>
      </p:sp>
      <p:sp>
        <p:nvSpPr>
          <p:cNvPr id="11" name="Title 1">
            <a:extLst>
              <a:ext uri="{FF2B5EF4-FFF2-40B4-BE49-F238E27FC236}">
                <a16:creationId xmlns:a16="http://schemas.microsoft.com/office/drawing/2014/main" id="{441759CF-E2D4-0A80-7950-4AF5952D5985}"/>
              </a:ext>
            </a:extLst>
          </p:cNvPr>
          <p:cNvSpPr>
            <a:spLocks noGrp="1"/>
          </p:cNvSpPr>
          <p:nvPr>
            <p:ph type="ctrTitle"/>
          </p:nvPr>
        </p:nvSpPr>
        <p:spPr bwMode="white">
          <a:xfrm>
            <a:off x="1182796" y="3524589"/>
            <a:ext cx="8813534" cy="664797"/>
          </a:xfrm>
          <a:prstGeom prst="rect">
            <a:avLst/>
          </a:prstGeom>
        </p:spPr>
        <p:txBody>
          <a:bodyPr anchor="b"/>
          <a:lstStyle>
            <a:lvl1pPr algn="l">
              <a:lnSpc>
                <a:spcPct val="90000"/>
              </a:lnSpc>
              <a:defRPr sz="4800">
                <a:solidFill>
                  <a:schemeClr val="bg1"/>
                </a:solidFill>
              </a:defRPr>
            </a:lvl1pPr>
          </a:lstStyle>
          <a:p>
            <a:r>
              <a:rPr lang="en-GB"/>
              <a:t>Click to edit Master title style</a:t>
            </a:r>
            <a:endParaRPr lang="en-US"/>
          </a:p>
        </p:txBody>
      </p:sp>
      <p:sp>
        <p:nvSpPr>
          <p:cNvPr id="10" name="Subtitle 2">
            <a:extLst>
              <a:ext uri="{FF2B5EF4-FFF2-40B4-BE49-F238E27FC236}">
                <a16:creationId xmlns:a16="http://schemas.microsoft.com/office/drawing/2014/main" id="{71313E0C-79AC-2382-CFF0-C1879E03CA7D}"/>
              </a:ext>
            </a:extLst>
          </p:cNvPr>
          <p:cNvSpPr>
            <a:spLocks noGrp="1"/>
          </p:cNvSpPr>
          <p:nvPr>
            <p:ph type="subTitle" idx="1" hasCustomPrompt="1"/>
          </p:nvPr>
        </p:nvSpPr>
        <p:spPr bwMode="white">
          <a:xfrm>
            <a:off x="1182796" y="4302038"/>
            <a:ext cx="5715000" cy="1092845"/>
          </a:xfrm>
          <a:prstGeom prst="rect">
            <a:avLst/>
          </a:prstGeom>
        </p:spPr>
        <p:txBody>
          <a:bodyPr/>
          <a:lstStyle>
            <a:lvl1pPr marL="0" indent="0" algn="l">
              <a:lnSpc>
                <a:spcPct val="90000"/>
              </a:lnSpc>
              <a:spcAft>
                <a:spcPts val="0"/>
              </a:spcAft>
              <a:buNone/>
              <a:defRPr sz="1800" b="0" i="0" spc="0">
                <a:solidFill>
                  <a:schemeClr val="bg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9" name="Text Placeholder 16">
            <a:extLst>
              <a:ext uri="{FF2B5EF4-FFF2-40B4-BE49-F238E27FC236}">
                <a16:creationId xmlns:a16="http://schemas.microsoft.com/office/drawing/2014/main" id="{EF8263C3-A1F7-3492-0FC4-3EB7054D3058}"/>
              </a:ext>
            </a:extLst>
          </p:cNvPr>
          <p:cNvSpPr>
            <a:spLocks noGrp="1"/>
          </p:cNvSpPr>
          <p:nvPr>
            <p:ph type="body" sz="quarter" idx="16" hasCustomPrompt="1"/>
          </p:nvPr>
        </p:nvSpPr>
        <p:spPr>
          <a:xfrm>
            <a:off x="1178689" y="5495715"/>
            <a:ext cx="2825654"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bg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6" name="Text Placeholder 16">
            <a:extLst>
              <a:ext uri="{FF2B5EF4-FFF2-40B4-BE49-F238E27FC236}">
                <a16:creationId xmlns:a16="http://schemas.microsoft.com/office/drawing/2014/main" id="{36794D19-B699-311B-25DD-C0D60FC7889B}"/>
              </a:ext>
            </a:extLst>
          </p:cNvPr>
          <p:cNvSpPr>
            <a:spLocks noGrp="1"/>
          </p:cNvSpPr>
          <p:nvPr>
            <p:ph type="body" sz="quarter" idx="12" hasCustomPrompt="1"/>
          </p:nvPr>
        </p:nvSpPr>
        <p:spPr bwMode="white">
          <a:xfrm>
            <a:off x="1182796" y="5781214"/>
            <a:ext cx="5714999" cy="530687"/>
          </a:xfrm>
          <a:prstGeom prst="rect">
            <a:avLst/>
          </a:prstGeom>
        </p:spPr>
        <p:txBody>
          <a:bodyPr/>
          <a:lstStyle>
            <a:lvl1pPr marL="0" indent="0" algn="l" defTabSz="914377" rtl="0" eaLnBrk="1" latinLnBrk="0" hangingPunct="1">
              <a:spcAft>
                <a:spcPts val="0"/>
              </a:spcAft>
              <a:buNone/>
              <a:defRPr lang="en-US" sz="1200" b="0" i="0" kern="1200" dirty="0" smtClean="0">
                <a:solidFill>
                  <a:schemeClr val="bg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7" name="accenture" descr="accenture logo">
            <a:extLst>
              <a:ext uri="{FF2B5EF4-FFF2-40B4-BE49-F238E27FC236}">
                <a16:creationId xmlns:a16="http://schemas.microsoft.com/office/drawing/2014/main" id="{B644DD64-75F6-CAA6-3062-5DD0649C1338}"/>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9936000" y="6022800"/>
            <a:ext cx="1044000" cy="273836"/>
          </a:xfrm>
          <a:prstGeom prst="rect">
            <a:avLst/>
          </a:prstGeom>
        </p:spPr>
      </p:pic>
    </p:spTree>
    <p:extLst>
      <p:ext uri="{BB962C8B-B14F-4D97-AF65-F5344CB8AC3E}">
        <p14:creationId xmlns:p14="http://schemas.microsoft.com/office/powerpoint/2010/main" val="334009747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Client &amp; acquisition cover: gradient">
    <p:bg>
      <p:bgPr>
        <a:solidFill>
          <a:schemeClr val="tx1"/>
        </a:solidFill>
        <a:effectLst/>
      </p:bgPr>
    </p:bg>
    <p:spTree>
      <p:nvGrpSpPr>
        <p:cNvPr id="1" name=""/>
        <p:cNvGrpSpPr/>
        <p:nvPr/>
      </p:nvGrpSpPr>
      <p:grpSpPr>
        <a:xfrm>
          <a:off x="0" y="0"/>
          <a:ext cx="0" cy="0"/>
          <a:chOff x="0" y="0"/>
          <a:chExt cx="0" cy="0"/>
        </a:xfrm>
      </p:grpSpPr>
      <p:pic>
        <p:nvPicPr>
          <p:cNvPr id="4" name="gradient">
            <a:extLst>
              <a:ext uri="{FF2B5EF4-FFF2-40B4-BE49-F238E27FC236}">
                <a16:creationId xmlns:a16="http://schemas.microsoft.com/office/drawing/2014/main" id="{50E1CD4C-93E5-0BD5-6237-D39D310F8C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8" y="-2666262"/>
            <a:ext cx="6857999" cy="12190525"/>
          </a:xfrm>
          <a:prstGeom prst="rect">
            <a:avLst/>
          </a:prstGeom>
        </p:spPr>
      </p:pic>
      <p:sp>
        <p:nvSpPr>
          <p:cNvPr id="11" name="Title 1">
            <a:extLst>
              <a:ext uri="{FF2B5EF4-FFF2-40B4-BE49-F238E27FC236}">
                <a16:creationId xmlns:a16="http://schemas.microsoft.com/office/drawing/2014/main" id="{441759CF-E2D4-0A80-7950-4AF5952D5985}"/>
              </a:ext>
            </a:extLst>
          </p:cNvPr>
          <p:cNvSpPr>
            <a:spLocks noGrp="1"/>
          </p:cNvSpPr>
          <p:nvPr>
            <p:ph type="ctrTitle"/>
          </p:nvPr>
        </p:nvSpPr>
        <p:spPr bwMode="white">
          <a:xfrm>
            <a:off x="1182796" y="2425701"/>
            <a:ext cx="8813534" cy="1763686"/>
          </a:xfrm>
          <a:prstGeom prst="rect">
            <a:avLst/>
          </a:prstGeom>
        </p:spPr>
        <p:txBody>
          <a:bodyPr anchor="b"/>
          <a:lstStyle>
            <a:lvl1pPr algn="l">
              <a:lnSpc>
                <a:spcPct val="90000"/>
              </a:lnSpc>
              <a:defRPr sz="4800">
                <a:solidFill>
                  <a:schemeClr val="tx1"/>
                </a:solidFill>
              </a:defRPr>
            </a:lvl1pPr>
          </a:lstStyle>
          <a:p>
            <a:r>
              <a:rPr lang="en-GB"/>
              <a:t>Click to edit Master title style</a:t>
            </a:r>
            <a:endParaRPr lang="en-US"/>
          </a:p>
        </p:txBody>
      </p:sp>
      <p:sp>
        <p:nvSpPr>
          <p:cNvPr id="10" name="Subtitle 2">
            <a:extLst>
              <a:ext uri="{FF2B5EF4-FFF2-40B4-BE49-F238E27FC236}">
                <a16:creationId xmlns:a16="http://schemas.microsoft.com/office/drawing/2014/main" id="{71313E0C-79AC-2382-CFF0-C1879E03CA7D}"/>
              </a:ext>
            </a:extLst>
          </p:cNvPr>
          <p:cNvSpPr>
            <a:spLocks noGrp="1"/>
          </p:cNvSpPr>
          <p:nvPr>
            <p:ph type="subTitle" idx="1" hasCustomPrompt="1"/>
          </p:nvPr>
        </p:nvSpPr>
        <p:spPr bwMode="white">
          <a:xfrm>
            <a:off x="1182796" y="4302038"/>
            <a:ext cx="571500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3" name="Picture Placeholder 11" descr="Image placeholder for client logo">
            <a:extLst>
              <a:ext uri="{FF2B5EF4-FFF2-40B4-BE49-F238E27FC236}">
                <a16:creationId xmlns:a16="http://schemas.microsoft.com/office/drawing/2014/main" id="{C5FB3CF4-DD64-BD63-23C6-97F8FC097FD4}"/>
              </a:ext>
            </a:extLst>
          </p:cNvPr>
          <p:cNvSpPr>
            <a:spLocks noGrp="1"/>
          </p:cNvSpPr>
          <p:nvPr>
            <p:ph type="pic" sz="quarter" idx="13" hasCustomPrompt="1"/>
          </p:nvPr>
        </p:nvSpPr>
        <p:spPr>
          <a:xfrm>
            <a:off x="1143003" y="821769"/>
            <a:ext cx="1884233" cy="985085"/>
          </a:xfrm>
          <a:prstGeom prst="rect">
            <a:avLst/>
          </a:prstGeom>
        </p:spPr>
        <p:txBody>
          <a:bodyPr anchor="ctr"/>
          <a:lstStyle>
            <a:lvl1pPr algn="ctr">
              <a:buFont typeface="Graphik" panose="020B0604020202020204" pitchFamily="34" charset="0"/>
              <a:buNone/>
              <a:defRPr sz="1400" b="0" i="0">
                <a:solidFill>
                  <a:schemeClr val="tx1"/>
                </a:solidFill>
                <a:latin typeface="Graphik" panose="020B0503030202060203" pitchFamily="34" charset="77"/>
              </a:defRPr>
            </a:lvl1pPr>
          </a:lstStyle>
          <a:p>
            <a:r>
              <a:rPr lang="en-GB"/>
              <a:t>Add client logo</a:t>
            </a:r>
            <a:endParaRPr lang="en-US"/>
          </a:p>
        </p:txBody>
      </p:sp>
      <p:sp>
        <p:nvSpPr>
          <p:cNvPr id="9" name="Text Placeholder 1">
            <a:extLst>
              <a:ext uri="{FF2B5EF4-FFF2-40B4-BE49-F238E27FC236}">
                <a16:creationId xmlns:a16="http://schemas.microsoft.com/office/drawing/2014/main" id="{EF8263C3-A1F7-3492-0FC4-3EB7054D3058}"/>
              </a:ext>
            </a:extLst>
          </p:cNvPr>
          <p:cNvSpPr>
            <a:spLocks noGrp="1"/>
          </p:cNvSpPr>
          <p:nvPr>
            <p:ph type="body" sz="quarter" idx="16" hasCustomPrompt="1"/>
          </p:nvPr>
        </p:nvSpPr>
        <p:spPr>
          <a:xfrm>
            <a:off x="1178689" y="5495715"/>
            <a:ext cx="2825654"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6" name="Text Placeholder 2">
            <a:extLst>
              <a:ext uri="{FF2B5EF4-FFF2-40B4-BE49-F238E27FC236}">
                <a16:creationId xmlns:a16="http://schemas.microsoft.com/office/drawing/2014/main" id="{36794D19-B699-311B-25DD-C0D60FC7889B}"/>
              </a:ext>
            </a:extLst>
          </p:cNvPr>
          <p:cNvSpPr>
            <a:spLocks noGrp="1"/>
          </p:cNvSpPr>
          <p:nvPr>
            <p:ph type="body" sz="quarter" idx="12" hasCustomPrompt="1"/>
          </p:nvPr>
        </p:nvSpPr>
        <p:spPr bwMode="white">
          <a:xfrm>
            <a:off x="1182796" y="5781214"/>
            <a:ext cx="5714999" cy="530687"/>
          </a:xfrm>
          <a:prstGeom prst="rect">
            <a:avLst/>
          </a:prstGeom>
        </p:spPr>
        <p:txBody>
          <a:bodyPr/>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2" name="accenture" descr="accenture logo">
            <a:extLst>
              <a:ext uri="{FF2B5EF4-FFF2-40B4-BE49-F238E27FC236}">
                <a16:creationId xmlns:a16="http://schemas.microsoft.com/office/drawing/2014/main" id="{F9A1CCE7-7706-F83F-4541-BDA00F682BF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19196" y="6016340"/>
            <a:ext cx="1082581" cy="285924"/>
          </a:xfrm>
          <a:prstGeom prst="rect">
            <a:avLst/>
          </a:prstGeom>
        </p:spPr>
      </p:pic>
    </p:spTree>
    <p:extLst>
      <p:ext uri="{BB962C8B-B14F-4D97-AF65-F5344CB8AC3E}">
        <p14:creationId xmlns:p14="http://schemas.microsoft.com/office/powerpoint/2010/main" val="425975729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Agenda: dark mo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DFF95F-BC04-BCE4-81EC-25C099CB74A3}"/>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AR" sz="2400" err="1"/>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561600" y="2187403"/>
            <a:ext cx="3091443" cy="393954"/>
          </a:xfrm>
          <a:prstGeom prst="rect">
            <a:avLst/>
          </a:prstGeom>
        </p:spPr>
        <p:txBody>
          <a:bodyPr anchor="b"/>
          <a:lstStyle>
            <a:lvl1pPr>
              <a:defRPr sz="3200">
                <a:solidFill>
                  <a:schemeClr val="accent2"/>
                </a:solidFill>
              </a:defRPr>
            </a:lvl1pPr>
          </a:lstStyle>
          <a:p>
            <a:r>
              <a:rPr lang="en-GB"/>
              <a:t>Agenda title</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4" y="1371602"/>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4" y="1976479"/>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4" y="2581358"/>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4" y="3186235"/>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4" y="3791114"/>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4" y="4395991"/>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4" y="5000870"/>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4" y="5605747"/>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4" name="Text Placeholder 19">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6" name="Text Placeholder 20">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63" y="1371602"/>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5" name="Text Placeholder 21">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7" name="Text Placeholder 22">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63" y="1976479"/>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6" name="Text Placeholder 23">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8" name="Text Placeholder 24">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63" y="2581358"/>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7" name="Text Placeholder 25">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9" name="Text Placeholder 26">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63" y="3186235"/>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8" name="Text Placeholder 2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0" name="Text Placeholder 28">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63" y="3791114"/>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9" name="Text Placeholder 29">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1" name="Text Placeholder 30">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63" y="4395991"/>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100" name="Text Placeholder 31">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2" name="Text Placeholder 32">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63" y="5000870"/>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101" name="Text Placeholder 33">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3" name="Text Placeholder 34">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63" y="5605747"/>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1371603"/>
            <a:ext cx="0" cy="4719487"/>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GTS_WH">
            <a:extLst>
              <a:ext uri="{FF2B5EF4-FFF2-40B4-BE49-F238E27FC236}">
                <a16:creationId xmlns:a16="http://schemas.microsoft.com/office/drawing/2014/main" id="{042F1CA7-6A9E-5C2F-F3C0-78D6AFD6C707}"/>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0" name="Text Placeholder 2">
            <a:extLst>
              <a:ext uri="{FF2B5EF4-FFF2-40B4-BE49-F238E27FC236}">
                <a16:creationId xmlns:a16="http://schemas.microsoft.com/office/drawing/2014/main" id="{B01AB161-4BFB-138B-C93C-DFFFE563CF59}"/>
              </a:ext>
            </a:extLst>
          </p:cNvPr>
          <p:cNvSpPr>
            <a:spLocks noGrp="1"/>
          </p:cNvSpPr>
          <p:nvPr>
            <p:ph type="body" sz="quarter" idx="14" hasCustomPrompt="1"/>
          </p:nvPr>
        </p:nvSpPr>
        <p:spPr>
          <a:xfrm>
            <a:off x="561600" y="2745679"/>
            <a:ext cx="3091443" cy="2415468"/>
          </a:xfrm>
          <a:prstGeom prst="rect">
            <a:avLst/>
          </a:prstGeom>
        </p:spPr>
        <p:txBody>
          <a:bodyPr/>
          <a:lstStyle>
            <a:lvl1pPr marL="0" indent="0">
              <a:lnSpc>
                <a:spcPct val="90000"/>
              </a:lnSpc>
              <a:buNone/>
              <a:defRPr sz="1600" b="0" i="0">
                <a:solidFill>
                  <a:schemeClr val="bg1"/>
                </a:solidFill>
                <a:latin typeface="Graphik" panose="020B0503030202060203" pitchFamily="34" charset="77"/>
              </a:defRPr>
            </a:lvl1pPr>
            <a:lvl2pPr marL="0" indent="0">
              <a:buNone/>
              <a:defRPr sz="1800"/>
            </a:lvl2pPr>
            <a:lvl3pPr marL="228594">
              <a:buFont typeface="Graphik" panose="020B0604020202020204" pitchFamily="34" charset="0"/>
              <a:buChar char="•"/>
              <a:defRPr sz="1800"/>
            </a:lvl3pPr>
            <a:lvl4pPr marL="457189">
              <a:buFont typeface="Graphik"/>
              <a:buChar char="–"/>
              <a:defRPr sz="1600"/>
            </a:lvl4pPr>
            <a:lvl5pPr marL="685783">
              <a:buFont typeface="Graphik" panose="020B0604020202020204" pitchFamily="34" charset="0"/>
              <a:buChar char="•"/>
              <a:defRPr sz="1600"/>
            </a:lvl5pPr>
          </a:lstStyle>
          <a:p>
            <a:pPr lvl="0"/>
            <a:r>
              <a:rPr lang="en-GB"/>
              <a:t>Place subtitle here in </a:t>
            </a:r>
            <a:r>
              <a:rPr lang="en-GB" err="1"/>
              <a:t>Graphik</a:t>
            </a:r>
            <a:r>
              <a:rPr lang="en-GB"/>
              <a:t> regular</a:t>
            </a:r>
            <a:endParaRPr lang="en-US"/>
          </a:p>
        </p:txBody>
      </p:sp>
      <p:sp>
        <p:nvSpPr>
          <p:cNvPr id="3" name="copyright">
            <a:extLst>
              <a:ext uri="{FF2B5EF4-FFF2-40B4-BE49-F238E27FC236}">
                <a16:creationId xmlns:a16="http://schemas.microsoft.com/office/drawing/2014/main" id="{95F63345-6C3E-8981-5F6D-DF2B3FF6475C}"/>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EA0A3F89-649C-BCA9-F69D-4791BE39CE26}"/>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144568034"/>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Agenda: light mod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A4FF600-954F-A932-EB0A-7C9AF337B5D8}"/>
              </a:ext>
            </a:extLst>
          </p:cNvPr>
          <p:cNvSpPr>
            <a:spLocks noGrp="1"/>
          </p:cNvSpPr>
          <p:nvPr>
            <p:ph type="title" hasCustomPrompt="1"/>
          </p:nvPr>
        </p:nvSpPr>
        <p:spPr>
          <a:xfrm>
            <a:off x="559848" y="2187404"/>
            <a:ext cx="3098568" cy="393954"/>
          </a:xfrm>
          <a:prstGeom prst="rect">
            <a:avLst/>
          </a:prstGeom>
        </p:spPr>
        <p:txBody>
          <a:bodyPr anchor="b"/>
          <a:lstStyle>
            <a:lvl1pPr>
              <a:defRPr sz="3200">
                <a:solidFill>
                  <a:schemeClr val="tx1"/>
                </a:solidFill>
              </a:defRPr>
            </a:lvl1pPr>
          </a:lstStyle>
          <a:p>
            <a:r>
              <a:rPr lang="en-GB"/>
              <a:t>Agenda title</a:t>
            </a:r>
            <a:endParaRPr lang="en-US"/>
          </a:p>
        </p:txBody>
      </p:sp>
      <p:sp>
        <p:nvSpPr>
          <p:cNvPr id="8" name="Text Placeholder 2">
            <a:extLst>
              <a:ext uri="{FF2B5EF4-FFF2-40B4-BE49-F238E27FC236}">
                <a16:creationId xmlns:a16="http://schemas.microsoft.com/office/drawing/2014/main" id="{15D79A3D-AC3D-4EB4-AFB4-D6CEFA4231AA}"/>
              </a:ext>
            </a:extLst>
          </p:cNvPr>
          <p:cNvSpPr>
            <a:spLocks noGrp="1"/>
          </p:cNvSpPr>
          <p:nvPr>
            <p:ph type="body" sz="quarter" idx="14" hasCustomPrompt="1"/>
          </p:nvPr>
        </p:nvSpPr>
        <p:spPr>
          <a:xfrm>
            <a:off x="559948" y="2745679"/>
            <a:ext cx="3093440" cy="2415468"/>
          </a:xfrm>
          <a:prstGeom prst="rect">
            <a:avLst/>
          </a:prstGeom>
        </p:spPr>
        <p:txBody>
          <a:bodyPr/>
          <a:lstStyle>
            <a:lvl1pPr marL="0" indent="0">
              <a:lnSpc>
                <a:spcPct val="90000"/>
              </a:lnSpc>
              <a:buNone/>
              <a:defRPr sz="1600" b="0" i="0">
                <a:solidFill>
                  <a:schemeClr val="tx1"/>
                </a:solidFill>
                <a:latin typeface="Graphik" panose="020B0503030202060203" pitchFamily="34" charset="77"/>
              </a:defRPr>
            </a:lvl1pPr>
            <a:lvl2pPr marL="0" indent="0">
              <a:buNone/>
              <a:defRPr sz="1800"/>
            </a:lvl2pPr>
            <a:lvl3pPr marL="228594">
              <a:buFont typeface="Graphik" panose="020B0604020202020204" pitchFamily="34" charset="0"/>
              <a:buChar char="•"/>
              <a:defRPr sz="1800"/>
            </a:lvl3pPr>
            <a:lvl4pPr marL="457189">
              <a:buFont typeface="Graphik"/>
              <a:buChar char="–"/>
              <a:defRPr sz="1600"/>
            </a:lvl4pPr>
            <a:lvl5pPr marL="685783">
              <a:buFont typeface="Graphik" panose="020B0604020202020204" pitchFamily="34" charset="0"/>
              <a:buChar char="•"/>
              <a:defRPr sz="1600"/>
            </a:lvl5pPr>
          </a:lstStyle>
          <a:p>
            <a:pPr lvl="0"/>
            <a:r>
              <a:rPr lang="en-GB"/>
              <a:t>Place subtitle here in </a:t>
            </a:r>
            <a:r>
              <a:rPr lang="en-GB" err="1"/>
              <a:t>Graphik</a:t>
            </a:r>
            <a:r>
              <a:rPr lang="en-GB"/>
              <a:t> regular</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4" y="1371602"/>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4" y="1976479"/>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4" y="2581358"/>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4" y="3186235"/>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4" y="3791114"/>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4" y="4395991"/>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4" y="5000870"/>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4" y="5605747"/>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4" name="Text Placeholder 19">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6" name="Text Placeholder 20">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63" y="1371602"/>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5" name="Text Placeholder 21">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7" name="Text Placeholder 22">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63" y="1976479"/>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6" name="Text Placeholder 23">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8" name="Text Placeholder 24">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63" y="2581358"/>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7" name="Text Placeholder 25">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9" name="Text Placeholder 26">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63" y="3186235"/>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8" name="Text Placeholder 2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0" name="Text Placeholder 28">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63" y="3791114"/>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9" name="Text Placeholder 29">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1" name="Text Placeholder 30">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63" y="4395991"/>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100" name="Text Placeholder 31">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2" name="Text Placeholder 32">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63" y="5000870"/>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101" name="Text Placeholder 33">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3" name="Text Placeholder 34">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63" y="5605747"/>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7581845"/>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Agenda: image 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1798FE22-CDE6-88FF-ACBC-FD9C36E03DFD}"/>
              </a:ext>
            </a:extLst>
          </p:cNvPr>
          <p:cNvSpPr>
            <a:spLocks noGrp="1"/>
          </p:cNvSpPr>
          <p:nvPr>
            <p:ph type="pic" sz="quarter" idx="10"/>
          </p:nvPr>
        </p:nvSpPr>
        <p:spPr>
          <a:xfrm>
            <a:off x="-6349" y="1341439"/>
            <a:ext cx="2329381" cy="4787900"/>
          </a:xfrm>
          <a:solidFill>
            <a:schemeClr val="bg1">
              <a:lumMod val="95000"/>
            </a:schemeClr>
          </a:solidFill>
        </p:spPr>
        <p:txBody>
          <a:bodyPr anchor="ctr"/>
          <a:lstStyle>
            <a:lvl1pPr algn="ctr">
              <a:defRPr/>
            </a:lvl1pPr>
          </a:lstStyle>
          <a:p>
            <a:r>
              <a:rPr lang="en-GB"/>
              <a:t>Click icon to add picture</a:t>
            </a:r>
            <a:endParaRPr lang="en-US"/>
          </a:p>
        </p:txBody>
      </p:sp>
      <p:sp>
        <p:nvSpPr>
          <p:cNvPr id="12" name="Text Placeholder 2">
            <a:extLst>
              <a:ext uri="{FF2B5EF4-FFF2-40B4-BE49-F238E27FC236}">
                <a16:creationId xmlns:a16="http://schemas.microsoft.com/office/drawing/2014/main" id="{F7CBA93D-A16D-15A7-59FB-5DA53C303FE4}"/>
              </a:ext>
            </a:extLst>
          </p:cNvPr>
          <p:cNvSpPr>
            <a:spLocks noGrp="1"/>
          </p:cNvSpPr>
          <p:nvPr>
            <p:ph idx="1" hasCustomPrompt="1"/>
          </p:nvPr>
        </p:nvSpPr>
        <p:spPr>
          <a:xfrm>
            <a:off x="2759509"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13" name="Text Placeholder 2">
            <a:extLst>
              <a:ext uri="{FF2B5EF4-FFF2-40B4-BE49-F238E27FC236}">
                <a16:creationId xmlns:a16="http://schemas.microsoft.com/office/drawing/2014/main" id="{59F85972-AC4E-08A3-B374-8C2AF42D54FD}"/>
              </a:ext>
            </a:extLst>
          </p:cNvPr>
          <p:cNvSpPr>
            <a:spLocks noGrp="1"/>
          </p:cNvSpPr>
          <p:nvPr>
            <p:ph idx="11" hasCustomPrompt="1"/>
          </p:nvPr>
        </p:nvSpPr>
        <p:spPr>
          <a:xfrm>
            <a:off x="5080176"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14" name="Text Placeholder 2">
            <a:extLst>
              <a:ext uri="{FF2B5EF4-FFF2-40B4-BE49-F238E27FC236}">
                <a16:creationId xmlns:a16="http://schemas.microsoft.com/office/drawing/2014/main" id="{6C21799C-032C-A3F2-FCE9-D7BE2B106CC9}"/>
              </a:ext>
            </a:extLst>
          </p:cNvPr>
          <p:cNvSpPr>
            <a:spLocks noGrp="1"/>
          </p:cNvSpPr>
          <p:nvPr>
            <p:ph idx="12" hasCustomPrompt="1"/>
          </p:nvPr>
        </p:nvSpPr>
        <p:spPr>
          <a:xfrm>
            <a:off x="7406324"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solidFill>
                  <a:schemeClr val="tx2"/>
                </a:solidFill>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3" name="Text Placeholder 2">
            <a:extLst>
              <a:ext uri="{FF2B5EF4-FFF2-40B4-BE49-F238E27FC236}">
                <a16:creationId xmlns:a16="http://schemas.microsoft.com/office/drawing/2014/main" id="{6EE563D9-F425-062E-85B6-BFD1ECBB98D3}"/>
              </a:ext>
            </a:extLst>
          </p:cNvPr>
          <p:cNvSpPr>
            <a:spLocks noGrp="1"/>
          </p:cNvSpPr>
          <p:nvPr>
            <p:ph idx="13" hasCustomPrompt="1"/>
          </p:nvPr>
        </p:nvSpPr>
        <p:spPr>
          <a:xfrm>
            <a:off x="9726991"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4" name="Title 1">
            <a:extLst>
              <a:ext uri="{FF2B5EF4-FFF2-40B4-BE49-F238E27FC236}">
                <a16:creationId xmlns:a16="http://schemas.microsoft.com/office/drawing/2014/main" id="{B439FCDF-0209-75C7-EEFD-72F454BE9350}"/>
              </a:ext>
            </a:extLst>
          </p:cNvPr>
          <p:cNvSpPr>
            <a:spLocks noGrp="1"/>
          </p:cNvSpPr>
          <p:nvPr>
            <p:ph type="title"/>
          </p:nvPr>
        </p:nvSpPr>
        <p:spPr>
          <a:xfrm>
            <a:off x="565461" y="558086"/>
            <a:ext cx="11075678" cy="393954"/>
          </a:xfrm>
        </p:spPr>
        <p:txBody>
          <a:bodyPr/>
          <a:lstStyle/>
          <a:p>
            <a:r>
              <a:rPr lang="en-GB"/>
              <a:t>Click to edit Master title style</a:t>
            </a:r>
            <a:endParaRPr lang="en-US"/>
          </a:p>
        </p:txBody>
      </p:sp>
      <p:sp>
        <p:nvSpPr>
          <p:cNvPr id="6" name="Text Placeholder 3">
            <a:extLst>
              <a:ext uri="{FF2B5EF4-FFF2-40B4-BE49-F238E27FC236}">
                <a16:creationId xmlns:a16="http://schemas.microsoft.com/office/drawing/2014/main" id="{56063D68-A744-CDD7-FA67-D2E3EBBCDB1B}"/>
              </a:ext>
            </a:extLst>
          </p:cNvPr>
          <p:cNvSpPr>
            <a:spLocks noGrp="1"/>
          </p:cNvSpPr>
          <p:nvPr>
            <p:ph type="body" sz="quarter" idx="31" hasCustomPrompt="1"/>
          </p:nvPr>
        </p:nvSpPr>
        <p:spPr>
          <a:xfrm>
            <a:off x="2759508"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7" name="Straight Connector 6">
            <a:extLst>
              <a:ext uri="{FF2B5EF4-FFF2-40B4-BE49-F238E27FC236}">
                <a16:creationId xmlns:a16="http://schemas.microsoft.com/office/drawing/2014/main" id="{68764EE2-7F2F-45E2-82F3-AAF71D3EBFB5}"/>
              </a:ext>
              <a:ext uri="{C183D7F6-B498-43B3-948B-1728B52AA6E4}">
                <adec:decorative xmlns:adec="http://schemas.microsoft.com/office/drawing/2017/decorative" val="1"/>
              </a:ext>
            </a:extLst>
          </p:cNvPr>
          <p:cNvCxnSpPr/>
          <p:nvPr userDrawn="1"/>
        </p:nvCxnSpPr>
        <p:spPr>
          <a:xfrm>
            <a:off x="2562457"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ext Placeholder 3">
            <a:extLst>
              <a:ext uri="{FF2B5EF4-FFF2-40B4-BE49-F238E27FC236}">
                <a16:creationId xmlns:a16="http://schemas.microsoft.com/office/drawing/2014/main" id="{591D4CA2-E2F2-5487-46F9-665130B94BE8}"/>
              </a:ext>
            </a:extLst>
          </p:cNvPr>
          <p:cNvSpPr>
            <a:spLocks noGrp="1"/>
          </p:cNvSpPr>
          <p:nvPr>
            <p:ph type="body" sz="quarter" idx="35" hasCustomPrompt="1"/>
          </p:nvPr>
        </p:nvSpPr>
        <p:spPr>
          <a:xfrm>
            <a:off x="5080175"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1" name="Straight Connector 20">
            <a:extLst>
              <a:ext uri="{FF2B5EF4-FFF2-40B4-BE49-F238E27FC236}">
                <a16:creationId xmlns:a16="http://schemas.microsoft.com/office/drawing/2014/main" id="{3B5359CD-D0A3-6EBD-72CC-C75E6319FD1B}"/>
              </a:ext>
              <a:ext uri="{C183D7F6-B498-43B3-948B-1728B52AA6E4}">
                <adec:decorative xmlns:adec="http://schemas.microsoft.com/office/drawing/2017/decorative" val="1"/>
              </a:ext>
            </a:extLst>
          </p:cNvPr>
          <p:cNvCxnSpPr/>
          <p:nvPr userDrawn="1"/>
        </p:nvCxnSpPr>
        <p:spPr>
          <a:xfrm>
            <a:off x="4883124"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6" name="Text Placeholder 3">
            <a:extLst>
              <a:ext uri="{FF2B5EF4-FFF2-40B4-BE49-F238E27FC236}">
                <a16:creationId xmlns:a16="http://schemas.microsoft.com/office/drawing/2014/main" id="{414973FE-1A5A-4784-BBEF-55CFBBF298DC}"/>
              </a:ext>
            </a:extLst>
          </p:cNvPr>
          <p:cNvSpPr>
            <a:spLocks noGrp="1"/>
          </p:cNvSpPr>
          <p:nvPr>
            <p:ph type="body" sz="quarter" idx="36" hasCustomPrompt="1"/>
          </p:nvPr>
        </p:nvSpPr>
        <p:spPr>
          <a:xfrm>
            <a:off x="7406323"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7" name="Straight Connector 26">
            <a:extLst>
              <a:ext uri="{FF2B5EF4-FFF2-40B4-BE49-F238E27FC236}">
                <a16:creationId xmlns:a16="http://schemas.microsoft.com/office/drawing/2014/main" id="{DEC62542-3EC7-23B4-6810-D7943AD8A258}"/>
              </a:ext>
              <a:ext uri="{C183D7F6-B498-43B3-948B-1728B52AA6E4}">
                <adec:decorative xmlns:adec="http://schemas.microsoft.com/office/drawing/2017/decorative" val="1"/>
              </a:ext>
            </a:extLst>
          </p:cNvPr>
          <p:cNvCxnSpPr/>
          <p:nvPr userDrawn="1"/>
        </p:nvCxnSpPr>
        <p:spPr>
          <a:xfrm>
            <a:off x="7209272"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E4DD7065-8DBD-BB8F-6299-198F246266BE}"/>
              </a:ext>
            </a:extLst>
          </p:cNvPr>
          <p:cNvSpPr>
            <a:spLocks noGrp="1"/>
          </p:cNvSpPr>
          <p:nvPr>
            <p:ph type="body" sz="quarter" idx="37" hasCustomPrompt="1"/>
          </p:nvPr>
        </p:nvSpPr>
        <p:spPr>
          <a:xfrm>
            <a:off x="9726990"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9" name="Straight Connector 28">
            <a:extLst>
              <a:ext uri="{FF2B5EF4-FFF2-40B4-BE49-F238E27FC236}">
                <a16:creationId xmlns:a16="http://schemas.microsoft.com/office/drawing/2014/main" id="{678B4AEA-422E-5B9F-1050-B102C345D5CB}"/>
              </a:ext>
              <a:ext uri="{C183D7F6-B498-43B3-948B-1728B52AA6E4}">
                <adec:decorative xmlns:adec="http://schemas.microsoft.com/office/drawing/2017/decorative" val="1"/>
              </a:ext>
            </a:extLst>
          </p:cNvPr>
          <p:cNvCxnSpPr/>
          <p:nvPr userDrawn="1"/>
        </p:nvCxnSpPr>
        <p:spPr>
          <a:xfrm>
            <a:off x="9529939"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632383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Agenda: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7204A-4462-2F62-F226-525C35783498}"/>
              </a:ext>
            </a:extLst>
          </p:cNvPr>
          <p:cNvSpPr>
            <a:spLocks noGrp="1"/>
          </p:cNvSpPr>
          <p:nvPr>
            <p:ph type="title"/>
          </p:nvPr>
        </p:nvSpPr>
        <p:spPr>
          <a:xfrm>
            <a:off x="565461" y="558086"/>
            <a:ext cx="11075678" cy="393954"/>
          </a:xfrm>
        </p:spPr>
        <p:txBody>
          <a:bodyPr/>
          <a:lstStyle/>
          <a:p>
            <a:r>
              <a:rPr lang="en-GB"/>
              <a:t>Click to edit Master title style</a:t>
            </a:r>
            <a:endParaRPr lang="en-US"/>
          </a:p>
        </p:txBody>
      </p:sp>
      <p:sp>
        <p:nvSpPr>
          <p:cNvPr id="3" name="Picture Placeholder 10">
            <a:extLst>
              <a:ext uri="{FF2B5EF4-FFF2-40B4-BE49-F238E27FC236}">
                <a16:creationId xmlns:a16="http://schemas.microsoft.com/office/drawing/2014/main" id="{49ACF502-3E74-91C2-B945-4A140A77E48E}"/>
              </a:ext>
            </a:extLst>
          </p:cNvPr>
          <p:cNvSpPr>
            <a:spLocks noGrp="1"/>
          </p:cNvSpPr>
          <p:nvPr>
            <p:ph type="pic" sz="quarter" idx="10"/>
          </p:nvPr>
        </p:nvSpPr>
        <p:spPr>
          <a:xfrm>
            <a:off x="-6350" y="1331548"/>
            <a:ext cx="3130551" cy="4812304"/>
          </a:xfrm>
          <a:solidFill>
            <a:schemeClr val="bg1">
              <a:lumMod val="95000"/>
            </a:schemeClr>
          </a:solidFill>
        </p:spPr>
        <p:txBody>
          <a:bodyPr anchor="ctr"/>
          <a:lstStyle>
            <a:lvl1pPr algn="ctr">
              <a:defRPr>
                <a:solidFill>
                  <a:schemeClr val="tx1"/>
                </a:solidFill>
              </a:defRPr>
            </a:lvl1pPr>
          </a:lstStyle>
          <a:p>
            <a:r>
              <a:rPr lang="en-GB"/>
              <a:t>Click icon to add picture</a:t>
            </a:r>
            <a:endParaRPr lang="en-US"/>
          </a:p>
        </p:txBody>
      </p:sp>
      <p:sp>
        <p:nvSpPr>
          <p:cNvPr id="16" name="Text Placeholder 15">
            <a:extLst>
              <a:ext uri="{FF2B5EF4-FFF2-40B4-BE49-F238E27FC236}">
                <a16:creationId xmlns:a16="http://schemas.microsoft.com/office/drawing/2014/main" id="{E6ED4F0B-36A9-C1D2-C829-FDA15A800F9D}"/>
              </a:ext>
            </a:extLst>
          </p:cNvPr>
          <p:cNvSpPr>
            <a:spLocks noGrp="1"/>
          </p:cNvSpPr>
          <p:nvPr>
            <p:ph type="body" sz="quarter" idx="14" hasCustomPrompt="1"/>
          </p:nvPr>
        </p:nvSpPr>
        <p:spPr>
          <a:xfrm>
            <a:off x="3326296" y="1399117"/>
            <a:ext cx="563754" cy="492443"/>
          </a:xfrm>
        </p:spPr>
        <p:txBody>
          <a:bodyPr wrap="square">
            <a:spAutoFit/>
          </a:bodyPr>
          <a:lstStyle>
            <a:lvl1pPr algn="r">
              <a:defRPr sz="1600">
                <a:latin typeface="+mj-lt"/>
              </a:defRPr>
            </a:lvl1pPr>
          </a:lstStyle>
          <a:p>
            <a:pPr lvl="0"/>
            <a:r>
              <a:rPr lang="en-US"/>
              <a:t>Click ##</a:t>
            </a:r>
          </a:p>
        </p:txBody>
      </p:sp>
      <p:sp>
        <p:nvSpPr>
          <p:cNvPr id="4" name="Text Placeholder 2">
            <a:extLst>
              <a:ext uri="{FF2B5EF4-FFF2-40B4-BE49-F238E27FC236}">
                <a16:creationId xmlns:a16="http://schemas.microsoft.com/office/drawing/2014/main" id="{E40A9406-C547-1F85-E71D-853495CEBBB9}"/>
              </a:ext>
            </a:extLst>
          </p:cNvPr>
          <p:cNvSpPr>
            <a:spLocks noGrp="1"/>
          </p:cNvSpPr>
          <p:nvPr>
            <p:ph idx="1" hasCustomPrompt="1"/>
          </p:nvPr>
        </p:nvSpPr>
        <p:spPr>
          <a:xfrm>
            <a:off x="4148043" y="1398093"/>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7" name="Text Placeholder 15">
            <a:extLst>
              <a:ext uri="{FF2B5EF4-FFF2-40B4-BE49-F238E27FC236}">
                <a16:creationId xmlns:a16="http://schemas.microsoft.com/office/drawing/2014/main" id="{F21C5D35-2D9B-01B4-73C2-EF565E27FB9D}"/>
              </a:ext>
            </a:extLst>
          </p:cNvPr>
          <p:cNvSpPr>
            <a:spLocks noGrp="1"/>
          </p:cNvSpPr>
          <p:nvPr>
            <p:ph type="body" sz="quarter" idx="15" hasCustomPrompt="1"/>
          </p:nvPr>
        </p:nvSpPr>
        <p:spPr>
          <a:xfrm>
            <a:off x="3326296" y="2376037"/>
            <a:ext cx="563754" cy="492443"/>
          </a:xfrm>
        </p:spPr>
        <p:txBody>
          <a:bodyPr wrap="square">
            <a:spAutoFit/>
          </a:bodyPr>
          <a:lstStyle>
            <a:lvl1pPr algn="r">
              <a:defRPr sz="1600">
                <a:latin typeface="+mj-lt"/>
              </a:defRPr>
            </a:lvl1pPr>
          </a:lstStyle>
          <a:p>
            <a:pPr lvl="0"/>
            <a:r>
              <a:rPr lang="en-US"/>
              <a:t>Click ##</a:t>
            </a:r>
          </a:p>
        </p:txBody>
      </p:sp>
      <p:sp>
        <p:nvSpPr>
          <p:cNvPr id="8" name="Text Placeholder 2">
            <a:extLst>
              <a:ext uri="{FF2B5EF4-FFF2-40B4-BE49-F238E27FC236}">
                <a16:creationId xmlns:a16="http://schemas.microsoft.com/office/drawing/2014/main" id="{C79B9814-F84A-3469-40B8-1C61FBBE11E2}"/>
              </a:ext>
            </a:extLst>
          </p:cNvPr>
          <p:cNvSpPr>
            <a:spLocks noGrp="1"/>
          </p:cNvSpPr>
          <p:nvPr>
            <p:ph idx="11" hasCustomPrompt="1"/>
          </p:nvPr>
        </p:nvSpPr>
        <p:spPr>
          <a:xfrm>
            <a:off x="4148043" y="2375233"/>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8" name="Text Placeholder 15">
            <a:extLst>
              <a:ext uri="{FF2B5EF4-FFF2-40B4-BE49-F238E27FC236}">
                <a16:creationId xmlns:a16="http://schemas.microsoft.com/office/drawing/2014/main" id="{731C7DC5-DAD9-9025-120D-FBB8C142A60F}"/>
              </a:ext>
            </a:extLst>
          </p:cNvPr>
          <p:cNvSpPr>
            <a:spLocks noGrp="1"/>
          </p:cNvSpPr>
          <p:nvPr>
            <p:ph type="body" sz="quarter" idx="16" hasCustomPrompt="1"/>
          </p:nvPr>
        </p:nvSpPr>
        <p:spPr>
          <a:xfrm>
            <a:off x="3326296" y="3350384"/>
            <a:ext cx="563754" cy="492443"/>
          </a:xfrm>
        </p:spPr>
        <p:txBody>
          <a:bodyPr wrap="square">
            <a:spAutoFit/>
          </a:bodyPr>
          <a:lstStyle>
            <a:lvl1pPr algn="r">
              <a:defRPr sz="1600">
                <a:latin typeface="+mj-lt"/>
              </a:defRPr>
            </a:lvl1pPr>
          </a:lstStyle>
          <a:p>
            <a:pPr lvl="0"/>
            <a:r>
              <a:rPr lang="en-US"/>
              <a:t>Click ##</a:t>
            </a:r>
          </a:p>
        </p:txBody>
      </p:sp>
      <p:sp>
        <p:nvSpPr>
          <p:cNvPr id="9" name="Text Placeholder 2">
            <a:extLst>
              <a:ext uri="{FF2B5EF4-FFF2-40B4-BE49-F238E27FC236}">
                <a16:creationId xmlns:a16="http://schemas.microsoft.com/office/drawing/2014/main" id="{DBE139AE-63B6-C2C1-4D09-17C298F69AB6}"/>
              </a:ext>
            </a:extLst>
          </p:cNvPr>
          <p:cNvSpPr>
            <a:spLocks noGrp="1"/>
          </p:cNvSpPr>
          <p:nvPr>
            <p:ph idx="12" hasCustomPrompt="1"/>
          </p:nvPr>
        </p:nvSpPr>
        <p:spPr>
          <a:xfrm>
            <a:off x="4148043" y="3352372"/>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9" name="Text Placeholder 15">
            <a:extLst>
              <a:ext uri="{FF2B5EF4-FFF2-40B4-BE49-F238E27FC236}">
                <a16:creationId xmlns:a16="http://schemas.microsoft.com/office/drawing/2014/main" id="{8EA33AE2-AAF8-CAB9-E244-AD70E24C3EB6}"/>
              </a:ext>
            </a:extLst>
          </p:cNvPr>
          <p:cNvSpPr>
            <a:spLocks noGrp="1"/>
          </p:cNvSpPr>
          <p:nvPr>
            <p:ph type="body" sz="quarter" idx="17" hasCustomPrompt="1"/>
          </p:nvPr>
        </p:nvSpPr>
        <p:spPr>
          <a:xfrm>
            <a:off x="3326296" y="4335521"/>
            <a:ext cx="563754" cy="492443"/>
          </a:xfrm>
        </p:spPr>
        <p:txBody>
          <a:bodyPr wrap="square">
            <a:spAutoFit/>
          </a:bodyPr>
          <a:lstStyle>
            <a:lvl1pPr algn="r">
              <a:defRPr sz="1600">
                <a:latin typeface="+mj-lt"/>
              </a:defRPr>
            </a:lvl1pPr>
          </a:lstStyle>
          <a:p>
            <a:pPr lvl="0"/>
            <a:r>
              <a:rPr lang="en-US"/>
              <a:t>Click ##</a:t>
            </a:r>
          </a:p>
        </p:txBody>
      </p:sp>
      <p:sp>
        <p:nvSpPr>
          <p:cNvPr id="10" name="Text Placeholder 2">
            <a:extLst>
              <a:ext uri="{FF2B5EF4-FFF2-40B4-BE49-F238E27FC236}">
                <a16:creationId xmlns:a16="http://schemas.microsoft.com/office/drawing/2014/main" id="{F7111FC3-B91A-E597-25A2-DCDF58B1DF3D}"/>
              </a:ext>
            </a:extLst>
          </p:cNvPr>
          <p:cNvSpPr>
            <a:spLocks noGrp="1"/>
          </p:cNvSpPr>
          <p:nvPr>
            <p:ph idx="13" hasCustomPrompt="1"/>
          </p:nvPr>
        </p:nvSpPr>
        <p:spPr>
          <a:xfrm>
            <a:off x="4148043" y="4329511"/>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6" name="Text Placeholder 15">
            <a:extLst>
              <a:ext uri="{FF2B5EF4-FFF2-40B4-BE49-F238E27FC236}">
                <a16:creationId xmlns:a16="http://schemas.microsoft.com/office/drawing/2014/main" id="{8EC9E534-1AD8-73C5-C5AC-15F48DA342B1}"/>
              </a:ext>
            </a:extLst>
          </p:cNvPr>
          <p:cNvSpPr>
            <a:spLocks noGrp="1"/>
          </p:cNvSpPr>
          <p:nvPr>
            <p:ph type="body" sz="quarter" idx="19" hasCustomPrompt="1"/>
          </p:nvPr>
        </p:nvSpPr>
        <p:spPr>
          <a:xfrm>
            <a:off x="3326296" y="5307673"/>
            <a:ext cx="563754" cy="492443"/>
          </a:xfrm>
        </p:spPr>
        <p:txBody>
          <a:bodyPr wrap="square">
            <a:spAutoFit/>
          </a:bodyPr>
          <a:lstStyle>
            <a:lvl1pPr algn="r">
              <a:defRPr sz="1600">
                <a:latin typeface="+mj-lt"/>
              </a:defRPr>
            </a:lvl1pPr>
          </a:lstStyle>
          <a:p>
            <a:pPr lvl="0"/>
            <a:r>
              <a:rPr lang="en-US"/>
              <a:t>Click ##</a:t>
            </a:r>
          </a:p>
        </p:txBody>
      </p:sp>
      <p:sp>
        <p:nvSpPr>
          <p:cNvPr id="5" name="Text Placeholder 2">
            <a:extLst>
              <a:ext uri="{FF2B5EF4-FFF2-40B4-BE49-F238E27FC236}">
                <a16:creationId xmlns:a16="http://schemas.microsoft.com/office/drawing/2014/main" id="{1702F099-923C-04BF-8A6D-959AE146329A}"/>
              </a:ext>
            </a:extLst>
          </p:cNvPr>
          <p:cNvSpPr>
            <a:spLocks noGrp="1"/>
          </p:cNvSpPr>
          <p:nvPr>
            <p:ph idx="18" hasCustomPrompt="1"/>
          </p:nvPr>
        </p:nvSpPr>
        <p:spPr>
          <a:xfrm>
            <a:off x="4148043" y="5306651"/>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Tree>
    <p:extLst>
      <p:ext uri="{BB962C8B-B14F-4D97-AF65-F5344CB8AC3E}">
        <p14:creationId xmlns:p14="http://schemas.microsoft.com/office/powerpoint/2010/main" val="208052121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Section divider: gradient">
    <p:bg>
      <p:bgPr>
        <a:solidFill>
          <a:schemeClr val="accent3"/>
        </a:solidFill>
        <a:effectLst/>
      </p:bgPr>
    </p:bg>
    <p:spTree>
      <p:nvGrpSpPr>
        <p:cNvPr id="1" name=""/>
        <p:cNvGrpSpPr/>
        <p:nvPr/>
      </p:nvGrpSpPr>
      <p:grpSpPr>
        <a:xfrm>
          <a:off x="0" y="0"/>
          <a:ext cx="0" cy="0"/>
          <a:chOff x="0" y="0"/>
          <a:chExt cx="0" cy="0"/>
        </a:xfrm>
      </p:grpSpPr>
      <p:pic>
        <p:nvPicPr>
          <p:cNvPr id="4" name="Picture 3" descr="A purple and white blurry background&#10;&#10;AI-generated content may be incorrect.">
            <a:extLst>
              <a:ext uri="{FF2B5EF4-FFF2-40B4-BE49-F238E27FC236}">
                <a16:creationId xmlns:a16="http://schemas.microsoft.com/office/drawing/2014/main" id="{87111667-186F-DD25-9A4B-3608F196AB7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17" name="Title 1">
            <a:extLst>
              <a:ext uri="{FF2B5EF4-FFF2-40B4-BE49-F238E27FC236}">
                <a16:creationId xmlns:a16="http://schemas.microsoft.com/office/drawing/2014/main" id="{2B28B826-EFF3-117E-A205-62F240EBE2CC}"/>
              </a:ext>
            </a:extLst>
          </p:cNvPr>
          <p:cNvSpPr>
            <a:spLocks noGrp="1"/>
          </p:cNvSpPr>
          <p:nvPr>
            <p:ph type="ctrTitle"/>
          </p:nvPr>
        </p:nvSpPr>
        <p:spPr bwMode="white">
          <a:xfrm>
            <a:off x="1182796" y="3776810"/>
            <a:ext cx="5715000" cy="1329595"/>
          </a:xfrm>
          <a:prstGeom prst="rect">
            <a:avLst/>
          </a:prstGeom>
        </p:spPr>
        <p:txBody>
          <a:bodyPr anchor="b"/>
          <a:lstStyle>
            <a:lvl1pPr algn="l">
              <a:lnSpc>
                <a:spcPct val="90000"/>
              </a:lnSpc>
              <a:defRPr sz="4800">
                <a:solidFill>
                  <a:schemeClr val="tx1"/>
                </a:solidFill>
              </a:defRPr>
            </a:lvl1pPr>
          </a:lstStyle>
          <a:p>
            <a:r>
              <a:rPr lang="en-GB"/>
              <a:t>Click to edit Master title style</a:t>
            </a:r>
            <a:endParaRPr lang="en-US"/>
          </a:p>
        </p:txBody>
      </p:sp>
      <p:sp>
        <p:nvSpPr>
          <p:cNvPr id="18" name="Subtitle 2">
            <a:extLst>
              <a:ext uri="{FF2B5EF4-FFF2-40B4-BE49-F238E27FC236}">
                <a16:creationId xmlns:a16="http://schemas.microsoft.com/office/drawing/2014/main" id="{31547BE7-16A3-D21E-ADAC-48D17CDF3008}"/>
              </a:ext>
            </a:extLst>
          </p:cNvPr>
          <p:cNvSpPr>
            <a:spLocks noGrp="1"/>
          </p:cNvSpPr>
          <p:nvPr>
            <p:ph type="subTitle" idx="1" hasCustomPrompt="1"/>
          </p:nvPr>
        </p:nvSpPr>
        <p:spPr bwMode="white">
          <a:xfrm>
            <a:off x="1182796" y="5219056"/>
            <a:ext cx="571500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2" name="Text Placeholder 8">
            <a:extLst>
              <a:ext uri="{FF2B5EF4-FFF2-40B4-BE49-F238E27FC236}">
                <a16:creationId xmlns:a16="http://schemas.microsoft.com/office/drawing/2014/main" id="{56C59DBC-B2E5-1892-B37B-68897D161976}"/>
              </a:ext>
            </a:extLst>
          </p:cNvPr>
          <p:cNvSpPr>
            <a:spLocks noGrp="1"/>
          </p:cNvSpPr>
          <p:nvPr>
            <p:ph type="body" sz="quarter" idx="11" hasCustomPrompt="1"/>
          </p:nvPr>
        </p:nvSpPr>
        <p:spPr>
          <a:xfrm>
            <a:off x="1189497" y="2433053"/>
            <a:ext cx="1150956" cy="1231106"/>
          </a:xfrm>
        </p:spPr>
        <p:txBody>
          <a:bodyPr wrap="none" anchor="b">
            <a:spAutoFit/>
          </a:bodyPr>
          <a:lstStyle>
            <a:lvl1pPr>
              <a:defRPr sz="8000">
                <a:latin typeface="+mj-lt"/>
              </a:defRPr>
            </a:lvl1pPr>
          </a:lstStyle>
          <a:p>
            <a:pPr lvl="0"/>
            <a:r>
              <a:rPr lang="pt-BR"/>
              <a:t>##</a:t>
            </a:r>
            <a:endParaRPr lang="en-AR"/>
          </a:p>
        </p:txBody>
      </p:sp>
      <p:sp>
        <p:nvSpPr>
          <p:cNvPr id="9" name="GTS_WH">
            <a:extLst>
              <a:ext uri="{FF2B5EF4-FFF2-40B4-BE49-F238E27FC236}">
                <a16:creationId xmlns:a16="http://schemas.microsoft.com/office/drawing/2014/main" id="{08C622A3-6AC3-418E-A8AE-75B117754CFC}"/>
              </a:ext>
              <a:ext uri="{C183D7F6-B498-43B3-948B-1728B52AA6E4}">
                <adec:decorative xmlns:adec="http://schemas.microsoft.com/office/drawing/2017/decorative" val="1"/>
              </a:ext>
            </a:extLst>
          </p:cNvPr>
          <p:cNvSpPr>
            <a:spLocks noChangeAspect="1"/>
          </p:cNvSpPr>
          <p:nvPr userDrawn="1"/>
        </p:nvSpPr>
        <p:spPr bwMode="white">
          <a:xfrm>
            <a:off x="10499353" y="5752334"/>
            <a:ext cx="509851" cy="559567"/>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048947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Section divider: image dark mode">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574352" y="4020089"/>
            <a:ext cx="4205323" cy="787908"/>
          </a:xfrm>
          <a:prstGeom prst="rect">
            <a:avLst/>
          </a:prstGeom>
        </p:spPr>
        <p:txBody>
          <a:bodyPr anchor="b" anchorCtr="0"/>
          <a:lstStyle>
            <a:lvl1pPr>
              <a:defRPr sz="3200">
                <a:solidFill>
                  <a:schemeClr val="tx1"/>
                </a:solidFill>
              </a:defRPr>
            </a:lvl1pPr>
          </a:lstStyle>
          <a:p>
            <a:r>
              <a:rPr lang="en-US"/>
              <a:t>Click to edit Section title style</a:t>
            </a:r>
          </a:p>
        </p:txBody>
      </p:sp>
      <p:sp>
        <p:nvSpPr>
          <p:cNvPr id="3" name="Text Placeholder 8">
            <a:extLst>
              <a:ext uri="{FF2B5EF4-FFF2-40B4-BE49-F238E27FC236}">
                <a16:creationId xmlns:a16="http://schemas.microsoft.com/office/drawing/2014/main" id="{1462BA77-FAF3-D3DC-18C0-2C2257012AB5}"/>
              </a:ext>
            </a:extLst>
          </p:cNvPr>
          <p:cNvSpPr>
            <a:spLocks noGrp="1"/>
          </p:cNvSpPr>
          <p:nvPr>
            <p:ph type="body" sz="quarter" idx="11" hasCustomPrompt="1"/>
          </p:nvPr>
        </p:nvSpPr>
        <p:spPr>
          <a:xfrm>
            <a:off x="574352" y="2576447"/>
            <a:ext cx="1150956" cy="1231106"/>
          </a:xfrm>
        </p:spPr>
        <p:txBody>
          <a:bodyPr wrap="none" anchor="b">
            <a:spAutoFit/>
          </a:bodyPr>
          <a:lstStyle>
            <a:lvl1pPr>
              <a:defRPr sz="8000">
                <a:latin typeface="+mj-lt"/>
              </a:defRPr>
            </a:lvl1pPr>
          </a:lstStyle>
          <a:p>
            <a:pPr lvl="0"/>
            <a:r>
              <a:rPr lang="pt-BR"/>
              <a:t>##</a:t>
            </a:r>
            <a:endParaRPr lang="en-AR"/>
          </a:p>
        </p:txBody>
      </p:sp>
      <p:sp>
        <p:nvSpPr>
          <p:cNvPr id="5" name="Text Placeholder 8">
            <a:extLst>
              <a:ext uri="{FF2B5EF4-FFF2-40B4-BE49-F238E27FC236}">
                <a16:creationId xmlns:a16="http://schemas.microsoft.com/office/drawing/2014/main" id="{772726BC-B615-3428-7DAF-2FCAE36D30B4}"/>
              </a:ext>
            </a:extLst>
          </p:cNvPr>
          <p:cNvSpPr>
            <a:spLocks noGrp="1"/>
          </p:cNvSpPr>
          <p:nvPr>
            <p:ph type="body" sz="quarter" idx="19" hasCustomPrompt="1"/>
          </p:nvPr>
        </p:nvSpPr>
        <p:spPr>
          <a:xfrm>
            <a:off x="574352" y="5080829"/>
            <a:ext cx="4205324" cy="787909"/>
          </a:xfrm>
          <a:prstGeom prst="rect">
            <a:avLst/>
          </a:prstGeom>
        </p:spPr>
        <p:txBody>
          <a:bodyPr/>
          <a:lstStyle>
            <a:lvl1pPr marL="0" indent="0">
              <a:lnSpc>
                <a:spcPct val="90000"/>
              </a:lnSpc>
              <a:spcAft>
                <a:spcPts val="600"/>
              </a:spcAft>
              <a:buNone/>
              <a:defRPr sz="1600" b="0" i="0">
                <a:solidFill>
                  <a:schemeClr val="accent2"/>
                </a:solidFill>
                <a:latin typeface="Graphik" panose="020B0503030202060203" pitchFamily="34" charset="77"/>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lvl="0"/>
            <a:r>
              <a:rPr lang="en-GB"/>
              <a:t>Place subtitle here in </a:t>
            </a:r>
            <a:r>
              <a:rPr lang="en-GB" err="1"/>
              <a:t>Graphik</a:t>
            </a:r>
            <a:r>
              <a:rPr lang="en-GB"/>
              <a:t> regular</a:t>
            </a:r>
            <a:endParaRPr lang="en-US"/>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5362807" y="549275"/>
            <a:ext cx="6278331" cy="5759449"/>
          </a:xfrm>
          <a:prstGeom prst="rect">
            <a:avLst/>
          </a:prstGeom>
          <a:solidFill>
            <a:schemeClr val="tx1">
              <a:lumMod val="95000"/>
            </a:schemeClr>
          </a:solidFill>
        </p:spPr>
        <p:txBody>
          <a:bodyPr tIns="274320" bIns="274320"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16" name="GTS_WH">
            <a:extLst>
              <a:ext uri="{FF2B5EF4-FFF2-40B4-BE49-F238E27FC236}">
                <a16:creationId xmlns:a16="http://schemas.microsoft.com/office/drawing/2014/main" id="{B99510A1-6B22-EF9F-A1BE-64088860C26E}"/>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4" name="copyright">
            <a:extLst>
              <a:ext uri="{FF2B5EF4-FFF2-40B4-BE49-F238E27FC236}">
                <a16:creationId xmlns:a16="http://schemas.microsoft.com/office/drawing/2014/main" id="{3BFEEF07-2489-1DF1-A61D-F05EF6756806}"/>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89017E74-C690-EF85-4C2D-25D3ED0FF55F}"/>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19390880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ection divider: image light mo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18E800-DE3F-7813-356B-5ABD491337A5}"/>
              </a:ext>
            </a:extLst>
          </p:cNvPr>
          <p:cNvSpPr>
            <a:spLocks noGrp="1"/>
          </p:cNvSpPr>
          <p:nvPr>
            <p:ph type="title" hasCustomPrompt="1"/>
          </p:nvPr>
        </p:nvSpPr>
        <p:spPr>
          <a:xfrm>
            <a:off x="574352" y="4020089"/>
            <a:ext cx="4205323" cy="787908"/>
          </a:xfrm>
          <a:prstGeom prst="rect">
            <a:avLst/>
          </a:prstGeom>
        </p:spPr>
        <p:txBody>
          <a:bodyPr anchor="b" anchorCtr="0"/>
          <a:lstStyle>
            <a:lvl1pPr>
              <a:defRPr sz="3200">
                <a:solidFill>
                  <a:schemeClr val="tx1"/>
                </a:solidFill>
              </a:defRPr>
            </a:lvl1pPr>
          </a:lstStyle>
          <a:p>
            <a:r>
              <a:rPr lang="en-US"/>
              <a:t>Click to edit Section title style</a:t>
            </a:r>
          </a:p>
        </p:txBody>
      </p:sp>
      <p:sp>
        <p:nvSpPr>
          <p:cNvPr id="11" name="Picture Placeholder 18">
            <a:extLst>
              <a:ext uri="{FF2B5EF4-FFF2-40B4-BE49-F238E27FC236}">
                <a16:creationId xmlns:a16="http://schemas.microsoft.com/office/drawing/2014/main" id="{C1C7CFCC-2C79-7017-C82B-A74A23285174}"/>
              </a:ext>
            </a:extLst>
          </p:cNvPr>
          <p:cNvSpPr>
            <a:spLocks noGrp="1"/>
          </p:cNvSpPr>
          <p:nvPr>
            <p:ph type="pic" sz="quarter" idx="13" hasCustomPrompt="1"/>
          </p:nvPr>
        </p:nvSpPr>
        <p:spPr>
          <a:xfrm>
            <a:off x="5362807" y="549275"/>
            <a:ext cx="6278331" cy="5759449"/>
          </a:xfrm>
          <a:prstGeom prst="rect">
            <a:avLst/>
          </a:prstGeom>
          <a:solidFill>
            <a:schemeClr val="bg1">
              <a:lumMod val="95000"/>
            </a:schemeClr>
          </a:solidFill>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12" name="Text Placeholder 8">
            <a:extLst>
              <a:ext uri="{FF2B5EF4-FFF2-40B4-BE49-F238E27FC236}">
                <a16:creationId xmlns:a16="http://schemas.microsoft.com/office/drawing/2014/main" id="{A631764B-7AB2-0534-6571-AAD04310DAF4}"/>
              </a:ext>
            </a:extLst>
          </p:cNvPr>
          <p:cNvSpPr>
            <a:spLocks noGrp="1"/>
          </p:cNvSpPr>
          <p:nvPr>
            <p:ph type="body" sz="quarter" idx="19" hasCustomPrompt="1"/>
          </p:nvPr>
        </p:nvSpPr>
        <p:spPr>
          <a:xfrm>
            <a:off x="574352" y="5080829"/>
            <a:ext cx="4205324" cy="787909"/>
          </a:xfrm>
          <a:prstGeom prst="rect">
            <a:avLst/>
          </a:prstGeom>
        </p:spPr>
        <p:txBody>
          <a:bodyPr/>
          <a:lstStyle>
            <a:lvl1pPr marL="0" indent="0">
              <a:lnSpc>
                <a:spcPct val="90000"/>
              </a:lnSpc>
              <a:spcAft>
                <a:spcPts val="600"/>
              </a:spcAft>
              <a:buNone/>
              <a:defRPr sz="1600" b="0" i="0">
                <a:solidFill>
                  <a:schemeClr val="bg2"/>
                </a:solidFill>
                <a:latin typeface="Graphik" panose="020B0503030202060203" pitchFamily="34" charset="77"/>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lvl="0"/>
            <a:r>
              <a:rPr lang="en-GB"/>
              <a:t>Place subtitle here in </a:t>
            </a:r>
            <a:r>
              <a:rPr lang="en-GB" err="1"/>
              <a:t>Graphik</a:t>
            </a:r>
            <a:r>
              <a:rPr lang="en-GB"/>
              <a:t> regular</a:t>
            </a:r>
            <a:endParaRPr lang="en-US"/>
          </a:p>
        </p:txBody>
      </p:sp>
      <p:sp>
        <p:nvSpPr>
          <p:cNvPr id="3" name="Text Placeholder 8">
            <a:extLst>
              <a:ext uri="{FF2B5EF4-FFF2-40B4-BE49-F238E27FC236}">
                <a16:creationId xmlns:a16="http://schemas.microsoft.com/office/drawing/2014/main" id="{2823CF50-4615-0652-00EC-47F06086B36E}"/>
              </a:ext>
            </a:extLst>
          </p:cNvPr>
          <p:cNvSpPr>
            <a:spLocks noGrp="1"/>
          </p:cNvSpPr>
          <p:nvPr>
            <p:ph type="body" sz="quarter" idx="11" hasCustomPrompt="1"/>
          </p:nvPr>
        </p:nvSpPr>
        <p:spPr>
          <a:xfrm>
            <a:off x="574352" y="2576447"/>
            <a:ext cx="1150956" cy="1231106"/>
          </a:xfrm>
        </p:spPr>
        <p:txBody>
          <a:bodyPr wrap="none" anchor="b">
            <a:spAutoFit/>
          </a:bodyPr>
          <a:lstStyle>
            <a:lvl1pPr>
              <a:defRPr sz="8000">
                <a:latin typeface="+mj-lt"/>
              </a:defRPr>
            </a:lvl1pPr>
          </a:lstStyle>
          <a:p>
            <a:pPr lvl="0"/>
            <a:r>
              <a:rPr lang="pt-BR"/>
              <a:t>##</a:t>
            </a:r>
            <a:endParaRPr lang="en-AR"/>
          </a:p>
        </p:txBody>
      </p:sp>
    </p:spTree>
    <p:extLst>
      <p:ext uri="{BB962C8B-B14F-4D97-AF65-F5344CB8AC3E}">
        <p14:creationId xmlns:p14="http://schemas.microsoft.com/office/powerpoint/2010/main" val="376501052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15616-27C6-76EE-5488-166BFD01211E}"/>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Tree>
    <p:extLst>
      <p:ext uri="{BB962C8B-B14F-4D97-AF65-F5344CB8AC3E}">
        <p14:creationId xmlns:p14="http://schemas.microsoft.com/office/powerpoint/2010/main" val="26075642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title only dark mode">
    <p:bg>
      <p:bgRef idx="1001">
        <a:schemeClr val="bg1"/>
      </p:bgRef>
    </p:bg>
    <p:spTree>
      <p:nvGrpSpPr>
        <p:cNvPr id="1" name=""/>
        <p:cNvGrpSpPr/>
        <p:nvPr/>
      </p:nvGrpSpPr>
      <p:grpSpPr>
        <a:xfrm>
          <a:off x="0" y="0"/>
          <a:ext cx="0" cy="0"/>
          <a:chOff x="0" y="0"/>
          <a:chExt cx="0" cy="0"/>
        </a:xfrm>
      </p:grpSpPr>
      <p:sp>
        <p:nvSpPr>
          <p:cNvPr id="5" name="GTS_WH">
            <a:extLst>
              <a:ext uri="{FF2B5EF4-FFF2-40B4-BE49-F238E27FC236}">
                <a16:creationId xmlns:a16="http://schemas.microsoft.com/office/drawing/2014/main" id="{5B94EC14-19BD-4059-DC76-FAB415316C6A}"/>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7" name="Title 2">
            <a:extLst>
              <a:ext uri="{FF2B5EF4-FFF2-40B4-BE49-F238E27FC236}">
                <a16:creationId xmlns:a16="http://schemas.microsoft.com/office/drawing/2014/main" id="{A7088337-B770-9033-B18E-F20E290B6743}"/>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Tree>
    <p:extLst>
      <p:ext uri="{BB962C8B-B14F-4D97-AF65-F5344CB8AC3E}">
        <p14:creationId xmlns:p14="http://schemas.microsoft.com/office/powerpoint/2010/main" val="4135540473"/>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 numbered bullets dark mode ">
    <p:bg>
      <p:bgRef idx="1001">
        <a:schemeClr val="bg1"/>
      </p:bgRef>
    </p:bg>
    <p:spTree>
      <p:nvGrpSpPr>
        <p:cNvPr id="1" name=""/>
        <p:cNvGrpSpPr/>
        <p:nvPr/>
      </p:nvGrpSpPr>
      <p:grpSpPr>
        <a:xfrm>
          <a:off x="0" y="0"/>
          <a:ext cx="0" cy="0"/>
          <a:chOff x="0" y="0"/>
          <a:chExt cx="0" cy="0"/>
        </a:xfrm>
      </p:grpSpPr>
      <p:sp>
        <p:nvSpPr>
          <p:cNvPr id="5" name="GTS_WH">
            <a:extLst>
              <a:ext uri="{FF2B5EF4-FFF2-40B4-BE49-F238E27FC236}">
                <a16:creationId xmlns:a16="http://schemas.microsoft.com/office/drawing/2014/main" id="{5B94EC14-19BD-4059-DC76-FAB415316C6A}"/>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solidFill>
                <a:schemeClr val="accent5"/>
              </a:solidFill>
              <a:latin typeface="Graphik" panose="020B0503030202060203" pitchFamily="34" charset="77"/>
            </a:endParaRPr>
          </a:p>
        </p:txBody>
      </p:sp>
      <p:sp>
        <p:nvSpPr>
          <p:cNvPr id="7" name="Title 2">
            <a:extLst>
              <a:ext uri="{FF2B5EF4-FFF2-40B4-BE49-F238E27FC236}">
                <a16:creationId xmlns:a16="http://schemas.microsoft.com/office/drawing/2014/main" id="{A7088337-B770-9033-B18E-F20E290B6743}"/>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20" name="Text Placeholder 4">
            <a:extLst>
              <a:ext uri="{FF2B5EF4-FFF2-40B4-BE49-F238E27FC236}">
                <a16:creationId xmlns:a16="http://schemas.microsoft.com/office/drawing/2014/main" id="{B399DA3F-4572-D252-06D8-F77FDA3E4F31}"/>
              </a:ext>
            </a:extLst>
          </p:cNvPr>
          <p:cNvSpPr>
            <a:spLocks noGrp="1"/>
          </p:cNvSpPr>
          <p:nvPr>
            <p:ph type="body" sz="quarter" idx="16" hasCustomPrompt="1"/>
          </p:nvPr>
        </p:nvSpPr>
        <p:spPr>
          <a:xfrm>
            <a:off x="1968842" y="1866147"/>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1" name="Text Placeholder 9">
            <a:extLst>
              <a:ext uri="{FF2B5EF4-FFF2-40B4-BE49-F238E27FC236}">
                <a16:creationId xmlns:a16="http://schemas.microsoft.com/office/drawing/2014/main" id="{6325E3FE-E322-E468-99F4-AB54161673A1}"/>
              </a:ext>
            </a:extLst>
          </p:cNvPr>
          <p:cNvSpPr>
            <a:spLocks noGrp="1"/>
          </p:cNvSpPr>
          <p:nvPr>
            <p:ph type="body" sz="quarter" idx="32" hasCustomPrompt="1"/>
          </p:nvPr>
        </p:nvSpPr>
        <p:spPr>
          <a:xfrm>
            <a:off x="557213" y="1866147"/>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2" name="Text Placeholder 4">
            <a:extLst>
              <a:ext uri="{FF2B5EF4-FFF2-40B4-BE49-F238E27FC236}">
                <a16:creationId xmlns:a16="http://schemas.microsoft.com/office/drawing/2014/main" id="{05F341DC-1615-BF26-3E11-E7C93BBCA3BD}"/>
              </a:ext>
            </a:extLst>
          </p:cNvPr>
          <p:cNvSpPr>
            <a:spLocks noGrp="1"/>
          </p:cNvSpPr>
          <p:nvPr>
            <p:ph type="body" sz="quarter" idx="33" hasCustomPrompt="1"/>
          </p:nvPr>
        </p:nvSpPr>
        <p:spPr>
          <a:xfrm>
            <a:off x="7765208" y="1866147"/>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3" name="Text Placeholder 9">
            <a:extLst>
              <a:ext uri="{FF2B5EF4-FFF2-40B4-BE49-F238E27FC236}">
                <a16:creationId xmlns:a16="http://schemas.microsoft.com/office/drawing/2014/main" id="{346A6073-19DD-BFEA-265B-416448C27FF5}"/>
              </a:ext>
            </a:extLst>
          </p:cNvPr>
          <p:cNvSpPr>
            <a:spLocks noGrp="1"/>
          </p:cNvSpPr>
          <p:nvPr>
            <p:ph type="body" sz="quarter" idx="34" hasCustomPrompt="1"/>
          </p:nvPr>
        </p:nvSpPr>
        <p:spPr>
          <a:xfrm>
            <a:off x="6353579" y="1866147"/>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4" name="Text Placeholder 4">
            <a:extLst>
              <a:ext uri="{FF2B5EF4-FFF2-40B4-BE49-F238E27FC236}">
                <a16:creationId xmlns:a16="http://schemas.microsoft.com/office/drawing/2014/main" id="{CC817BB1-741A-B4D2-8998-7808F772A725}"/>
              </a:ext>
            </a:extLst>
          </p:cNvPr>
          <p:cNvSpPr>
            <a:spLocks noGrp="1"/>
          </p:cNvSpPr>
          <p:nvPr>
            <p:ph type="body" sz="quarter" idx="35" hasCustomPrompt="1"/>
          </p:nvPr>
        </p:nvSpPr>
        <p:spPr>
          <a:xfrm>
            <a:off x="1968842" y="2917024"/>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5" name="Text Placeholder 9">
            <a:extLst>
              <a:ext uri="{FF2B5EF4-FFF2-40B4-BE49-F238E27FC236}">
                <a16:creationId xmlns:a16="http://schemas.microsoft.com/office/drawing/2014/main" id="{81E65BC6-F788-3A86-EAB2-5E9C6AA562A6}"/>
              </a:ext>
            </a:extLst>
          </p:cNvPr>
          <p:cNvSpPr>
            <a:spLocks noGrp="1"/>
          </p:cNvSpPr>
          <p:nvPr>
            <p:ph type="body" sz="quarter" idx="36" hasCustomPrompt="1"/>
          </p:nvPr>
        </p:nvSpPr>
        <p:spPr>
          <a:xfrm>
            <a:off x="557213" y="2917024"/>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6" name="Text Placeholder 4">
            <a:extLst>
              <a:ext uri="{FF2B5EF4-FFF2-40B4-BE49-F238E27FC236}">
                <a16:creationId xmlns:a16="http://schemas.microsoft.com/office/drawing/2014/main" id="{78A59011-034B-A4E1-6C3C-7B8CC2C9083E}"/>
              </a:ext>
            </a:extLst>
          </p:cNvPr>
          <p:cNvSpPr>
            <a:spLocks noGrp="1"/>
          </p:cNvSpPr>
          <p:nvPr>
            <p:ph type="body" sz="quarter" idx="37" hasCustomPrompt="1"/>
          </p:nvPr>
        </p:nvSpPr>
        <p:spPr>
          <a:xfrm>
            <a:off x="7765208" y="2917024"/>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7" name="Text Placeholder 9">
            <a:extLst>
              <a:ext uri="{FF2B5EF4-FFF2-40B4-BE49-F238E27FC236}">
                <a16:creationId xmlns:a16="http://schemas.microsoft.com/office/drawing/2014/main" id="{2995DA47-C5B7-57CE-BB2F-D8DF22C66EEB}"/>
              </a:ext>
            </a:extLst>
          </p:cNvPr>
          <p:cNvSpPr>
            <a:spLocks noGrp="1"/>
          </p:cNvSpPr>
          <p:nvPr>
            <p:ph type="body" sz="quarter" idx="38" hasCustomPrompt="1"/>
          </p:nvPr>
        </p:nvSpPr>
        <p:spPr>
          <a:xfrm>
            <a:off x="6353579" y="2917024"/>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8" name="Text Placeholder 4">
            <a:extLst>
              <a:ext uri="{FF2B5EF4-FFF2-40B4-BE49-F238E27FC236}">
                <a16:creationId xmlns:a16="http://schemas.microsoft.com/office/drawing/2014/main" id="{3791AE70-D198-977B-3194-D99863B9AF2E}"/>
              </a:ext>
            </a:extLst>
          </p:cNvPr>
          <p:cNvSpPr>
            <a:spLocks noGrp="1"/>
          </p:cNvSpPr>
          <p:nvPr>
            <p:ph type="body" sz="quarter" idx="43" hasCustomPrompt="1"/>
          </p:nvPr>
        </p:nvSpPr>
        <p:spPr>
          <a:xfrm>
            <a:off x="1968842" y="3967901"/>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9" name="Text Placeholder 9">
            <a:extLst>
              <a:ext uri="{FF2B5EF4-FFF2-40B4-BE49-F238E27FC236}">
                <a16:creationId xmlns:a16="http://schemas.microsoft.com/office/drawing/2014/main" id="{55334FA3-2E0A-0615-2560-B2DC41B4690C}"/>
              </a:ext>
            </a:extLst>
          </p:cNvPr>
          <p:cNvSpPr>
            <a:spLocks noGrp="1"/>
          </p:cNvSpPr>
          <p:nvPr>
            <p:ph type="body" sz="quarter" idx="44" hasCustomPrompt="1"/>
          </p:nvPr>
        </p:nvSpPr>
        <p:spPr>
          <a:xfrm>
            <a:off x="557213" y="3967901"/>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0" name="Text Placeholder 4">
            <a:extLst>
              <a:ext uri="{FF2B5EF4-FFF2-40B4-BE49-F238E27FC236}">
                <a16:creationId xmlns:a16="http://schemas.microsoft.com/office/drawing/2014/main" id="{5F5DE397-D6A0-D7D6-85BF-7FE7AFED826E}"/>
              </a:ext>
            </a:extLst>
          </p:cNvPr>
          <p:cNvSpPr>
            <a:spLocks noGrp="1"/>
          </p:cNvSpPr>
          <p:nvPr>
            <p:ph type="body" sz="quarter" idx="45" hasCustomPrompt="1"/>
          </p:nvPr>
        </p:nvSpPr>
        <p:spPr>
          <a:xfrm>
            <a:off x="7765208" y="3967901"/>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1" name="Text Placeholder 9">
            <a:extLst>
              <a:ext uri="{FF2B5EF4-FFF2-40B4-BE49-F238E27FC236}">
                <a16:creationId xmlns:a16="http://schemas.microsoft.com/office/drawing/2014/main" id="{E93286B5-3D1C-B060-1798-83F5D175BF03}"/>
              </a:ext>
            </a:extLst>
          </p:cNvPr>
          <p:cNvSpPr>
            <a:spLocks noGrp="1"/>
          </p:cNvSpPr>
          <p:nvPr>
            <p:ph type="body" sz="quarter" idx="46" hasCustomPrompt="1"/>
          </p:nvPr>
        </p:nvSpPr>
        <p:spPr>
          <a:xfrm>
            <a:off x="6353579" y="3967901"/>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2" name="Text Placeholder 4">
            <a:extLst>
              <a:ext uri="{FF2B5EF4-FFF2-40B4-BE49-F238E27FC236}">
                <a16:creationId xmlns:a16="http://schemas.microsoft.com/office/drawing/2014/main" id="{B84C73AF-390F-770C-CE5B-5193037C14B1}"/>
              </a:ext>
            </a:extLst>
          </p:cNvPr>
          <p:cNvSpPr>
            <a:spLocks noGrp="1"/>
          </p:cNvSpPr>
          <p:nvPr>
            <p:ph type="body" sz="quarter" idx="51" hasCustomPrompt="1"/>
          </p:nvPr>
        </p:nvSpPr>
        <p:spPr>
          <a:xfrm>
            <a:off x="1968842" y="5021786"/>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3" name="Text Placeholder 9">
            <a:extLst>
              <a:ext uri="{FF2B5EF4-FFF2-40B4-BE49-F238E27FC236}">
                <a16:creationId xmlns:a16="http://schemas.microsoft.com/office/drawing/2014/main" id="{C7D3162B-A725-7B11-308B-B829F919CAF0}"/>
              </a:ext>
            </a:extLst>
          </p:cNvPr>
          <p:cNvSpPr>
            <a:spLocks noGrp="1"/>
          </p:cNvSpPr>
          <p:nvPr>
            <p:ph type="body" sz="quarter" idx="52" hasCustomPrompt="1"/>
          </p:nvPr>
        </p:nvSpPr>
        <p:spPr>
          <a:xfrm>
            <a:off x="557213" y="5021786"/>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4" name="Text Placeholder 4">
            <a:extLst>
              <a:ext uri="{FF2B5EF4-FFF2-40B4-BE49-F238E27FC236}">
                <a16:creationId xmlns:a16="http://schemas.microsoft.com/office/drawing/2014/main" id="{F1036F6C-1EB0-4671-DED0-7D383AB6A059}"/>
              </a:ext>
            </a:extLst>
          </p:cNvPr>
          <p:cNvSpPr>
            <a:spLocks noGrp="1"/>
          </p:cNvSpPr>
          <p:nvPr>
            <p:ph type="body" sz="quarter" idx="53" hasCustomPrompt="1"/>
          </p:nvPr>
        </p:nvSpPr>
        <p:spPr>
          <a:xfrm>
            <a:off x="7765208" y="5021786"/>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5" name="Text Placeholder 9">
            <a:extLst>
              <a:ext uri="{FF2B5EF4-FFF2-40B4-BE49-F238E27FC236}">
                <a16:creationId xmlns:a16="http://schemas.microsoft.com/office/drawing/2014/main" id="{0C635698-D554-679D-6A5E-E4E69ABF662E}"/>
              </a:ext>
            </a:extLst>
          </p:cNvPr>
          <p:cNvSpPr>
            <a:spLocks noGrp="1"/>
          </p:cNvSpPr>
          <p:nvPr>
            <p:ph type="body" sz="quarter" idx="54" hasCustomPrompt="1"/>
          </p:nvPr>
        </p:nvSpPr>
        <p:spPr>
          <a:xfrm>
            <a:off x="6353579" y="5021786"/>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Tree>
    <p:extLst>
      <p:ext uri="{BB962C8B-B14F-4D97-AF65-F5344CB8AC3E}">
        <p14:creationId xmlns:p14="http://schemas.microsoft.com/office/powerpoint/2010/main" val="3844544960"/>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numbered bullets light mode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15616-27C6-76EE-5488-166BFD01211E}"/>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11" name="Text Placeholder 4">
            <a:extLst>
              <a:ext uri="{FF2B5EF4-FFF2-40B4-BE49-F238E27FC236}">
                <a16:creationId xmlns:a16="http://schemas.microsoft.com/office/drawing/2014/main" id="{77491F38-EA5D-D7B9-CAB2-157B785C367F}"/>
              </a:ext>
            </a:extLst>
          </p:cNvPr>
          <p:cNvSpPr>
            <a:spLocks noGrp="1"/>
          </p:cNvSpPr>
          <p:nvPr>
            <p:ph type="body" sz="quarter" idx="16" hasCustomPrompt="1"/>
          </p:nvPr>
        </p:nvSpPr>
        <p:spPr>
          <a:xfrm>
            <a:off x="1968842" y="1866147"/>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2" name="Text Placeholder 9">
            <a:extLst>
              <a:ext uri="{FF2B5EF4-FFF2-40B4-BE49-F238E27FC236}">
                <a16:creationId xmlns:a16="http://schemas.microsoft.com/office/drawing/2014/main" id="{62419F48-27CD-9483-1EC7-3FB199CA40D7}"/>
              </a:ext>
            </a:extLst>
          </p:cNvPr>
          <p:cNvSpPr>
            <a:spLocks noGrp="1"/>
          </p:cNvSpPr>
          <p:nvPr>
            <p:ph type="body" sz="quarter" idx="32" hasCustomPrompt="1"/>
          </p:nvPr>
        </p:nvSpPr>
        <p:spPr>
          <a:xfrm>
            <a:off x="557213" y="1866147"/>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5" name="Text Placeholder 4">
            <a:extLst>
              <a:ext uri="{FF2B5EF4-FFF2-40B4-BE49-F238E27FC236}">
                <a16:creationId xmlns:a16="http://schemas.microsoft.com/office/drawing/2014/main" id="{08345CBF-50C2-FB65-17ED-3D6DA4271AC9}"/>
              </a:ext>
            </a:extLst>
          </p:cNvPr>
          <p:cNvSpPr>
            <a:spLocks noGrp="1"/>
          </p:cNvSpPr>
          <p:nvPr>
            <p:ph type="body" sz="quarter" idx="33" hasCustomPrompt="1"/>
          </p:nvPr>
        </p:nvSpPr>
        <p:spPr>
          <a:xfrm>
            <a:off x="7765208" y="1866147"/>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6" name="Text Placeholder 9">
            <a:extLst>
              <a:ext uri="{FF2B5EF4-FFF2-40B4-BE49-F238E27FC236}">
                <a16:creationId xmlns:a16="http://schemas.microsoft.com/office/drawing/2014/main" id="{4AFE20C7-1104-B877-56C6-12779547D579}"/>
              </a:ext>
            </a:extLst>
          </p:cNvPr>
          <p:cNvSpPr>
            <a:spLocks noGrp="1"/>
          </p:cNvSpPr>
          <p:nvPr>
            <p:ph type="body" sz="quarter" idx="34" hasCustomPrompt="1"/>
          </p:nvPr>
        </p:nvSpPr>
        <p:spPr>
          <a:xfrm>
            <a:off x="6353579" y="1866147"/>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7" name="Text Placeholder 4">
            <a:extLst>
              <a:ext uri="{FF2B5EF4-FFF2-40B4-BE49-F238E27FC236}">
                <a16:creationId xmlns:a16="http://schemas.microsoft.com/office/drawing/2014/main" id="{888AF1FA-5C2F-7A4F-3490-6716382D7C62}"/>
              </a:ext>
            </a:extLst>
          </p:cNvPr>
          <p:cNvSpPr>
            <a:spLocks noGrp="1"/>
          </p:cNvSpPr>
          <p:nvPr>
            <p:ph type="body" sz="quarter" idx="35" hasCustomPrompt="1"/>
          </p:nvPr>
        </p:nvSpPr>
        <p:spPr>
          <a:xfrm>
            <a:off x="1968842" y="2917024"/>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8" name="Text Placeholder 9">
            <a:extLst>
              <a:ext uri="{FF2B5EF4-FFF2-40B4-BE49-F238E27FC236}">
                <a16:creationId xmlns:a16="http://schemas.microsoft.com/office/drawing/2014/main" id="{270E8484-BCCD-6724-FC4D-BC84FAAE73CC}"/>
              </a:ext>
            </a:extLst>
          </p:cNvPr>
          <p:cNvSpPr>
            <a:spLocks noGrp="1"/>
          </p:cNvSpPr>
          <p:nvPr>
            <p:ph type="body" sz="quarter" idx="36" hasCustomPrompt="1"/>
          </p:nvPr>
        </p:nvSpPr>
        <p:spPr>
          <a:xfrm>
            <a:off x="557213" y="2917024"/>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9" name="Text Placeholder 4">
            <a:extLst>
              <a:ext uri="{FF2B5EF4-FFF2-40B4-BE49-F238E27FC236}">
                <a16:creationId xmlns:a16="http://schemas.microsoft.com/office/drawing/2014/main" id="{0F859FF9-60D5-2DBD-4D3D-49BD3A4EC22C}"/>
              </a:ext>
            </a:extLst>
          </p:cNvPr>
          <p:cNvSpPr>
            <a:spLocks noGrp="1"/>
          </p:cNvSpPr>
          <p:nvPr>
            <p:ph type="body" sz="quarter" idx="37" hasCustomPrompt="1"/>
          </p:nvPr>
        </p:nvSpPr>
        <p:spPr>
          <a:xfrm>
            <a:off x="7765208" y="2917024"/>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0" name="Text Placeholder 9">
            <a:extLst>
              <a:ext uri="{FF2B5EF4-FFF2-40B4-BE49-F238E27FC236}">
                <a16:creationId xmlns:a16="http://schemas.microsoft.com/office/drawing/2014/main" id="{698D04DC-A35C-18BC-A09D-06ED6125A3FF}"/>
              </a:ext>
            </a:extLst>
          </p:cNvPr>
          <p:cNvSpPr>
            <a:spLocks noGrp="1"/>
          </p:cNvSpPr>
          <p:nvPr>
            <p:ph type="body" sz="quarter" idx="38" hasCustomPrompt="1"/>
          </p:nvPr>
        </p:nvSpPr>
        <p:spPr>
          <a:xfrm>
            <a:off x="6353579" y="2917024"/>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25" name="Text Placeholder 4">
            <a:extLst>
              <a:ext uri="{FF2B5EF4-FFF2-40B4-BE49-F238E27FC236}">
                <a16:creationId xmlns:a16="http://schemas.microsoft.com/office/drawing/2014/main" id="{7AC48787-061F-65B7-CA0E-CA985E032C3F}"/>
              </a:ext>
            </a:extLst>
          </p:cNvPr>
          <p:cNvSpPr>
            <a:spLocks noGrp="1"/>
          </p:cNvSpPr>
          <p:nvPr>
            <p:ph type="body" sz="quarter" idx="43" hasCustomPrompt="1"/>
          </p:nvPr>
        </p:nvSpPr>
        <p:spPr>
          <a:xfrm>
            <a:off x="1968842" y="3967901"/>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6" name="Text Placeholder 9">
            <a:extLst>
              <a:ext uri="{FF2B5EF4-FFF2-40B4-BE49-F238E27FC236}">
                <a16:creationId xmlns:a16="http://schemas.microsoft.com/office/drawing/2014/main" id="{40C38646-2C59-7604-F628-AACD4C03C391}"/>
              </a:ext>
            </a:extLst>
          </p:cNvPr>
          <p:cNvSpPr>
            <a:spLocks noGrp="1"/>
          </p:cNvSpPr>
          <p:nvPr>
            <p:ph type="body" sz="quarter" idx="44" hasCustomPrompt="1"/>
          </p:nvPr>
        </p:nvSpPr>
        <p:spPr>
          <a:xfrm>
            <a:off x="557213" y="3967901"/>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27" name="Text Placeholder 4">
            <a:extLst>
              <a:ext uri="{FF2B5EF4-FFF2-40B4-BE49-F238E27FC236}">
                <a16:creationId xmlns:a16="http://schemas.microsoft.com/office/drawing/2014/main" id="{08AF3CEC-3718-6D4C-CF1D-F7582BAC7136}"/>
              </a:ext>
            </a:extLst>
          </p:cNvPr>
          <p:cNvSpPr>
            <a:spLocks noGrp="1"/>
          </p:cNvSpPr>
          <p:nvPr>
            <p:ph type="body" sz="quarter" idx="45" hasCustomPrompt="1"/>
          </p:nvPr>
        </p:nvSpPr>
        <p:spPr>
          <a:xfrm>
            <a:off x="7765208" y="3967901"/>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8" name="Text Placeholder 9">
            <a:extLst>
              <a:ext uri="{FF2B5EF4-FFF2-40B4-BE49-F238E27FC236}">
                <a16:creationId xmlns:a16="http://schemas.microsoft.com/office/drawing/2014/main" id="{9BE62818-1BA0-8973-B3E1-B2AA7A6835E1}"/>
              </a:ext>
            </a:extLst>
          </p:cNvPr>
          <p:cNvSpPr>
            <a:spLocks noGrp="1"/>
          </p:cNvSpPr>
          <p:nvPr>
            <p:ph type="body" sz="quarter" idx="46" hasCustomPrompt="1"/>
          </p:nvPr>
        </p:nvSpPr>
        <p:spPr>
          <a:xfrm>
            <a:off x="6353579" y="3967901"/>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35" name="Text Placeholder 4">
            <a:extLst>
              <a:ext uri="{FF2B5EF4-FFF2-40B4-BE49-F238E27FC236}">
                <a16:creationId xmlns:a16="http://schemas.microsoft.com/office/drawing/2014/main" id="{11860888-916F-055D-8C9B-DC5AE56B0E7C}"/>
              </a:ext>
            </a:extLst>
          </p:cNvPr>
          <p:cNvSpPr>
            <a:spLocks noGrp="1"/>
          </p:cNvSpPr>
          <p:nvPr>
            <p:ph type="body" sz="quarter" idx="51" hasCustomPrompt="1"/>
          </p:nvPr>
        </p:nvSpPr>
        <p:spPr>
          <a:xfrm>
            <a:off x="1968842" y="5021786"/>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36" name="Text Placeholder 9">
            <a:extLst>
              <a:ext uri="{FF2B5EF4-FFF2-40B4-BE49-F238E27FC236}">
                <a16:creationId xmlns:a16="http://schemas.microsoft.com/office/drawing/2014/main" id="{6C40C10B-9AA5-FB91-4468-195612A4AAB4}"/>
              </a:ext>
            </a:extLst>
          </p:cNvPr>
          <p:cNvSpPr>
            <a:spLocks noGrp="1"/>
          </p:cNvSpPr>
          <p:nvPr>
            <p:ph type="body" sz="quarter" idx="52" hasCustomPrompt="1"/>
          </p:nvPr>
        </p:nvSpPr>
        <p:spPr>
          <a:xfrm>
            <a:off x="557213" y="5021786"/>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37" name="Text Placeholder 4">
            <a:extLst>
              <a:ext uri="{FF2B5EF4-FFF2-40B4-BE49-F238E27FC236}">
                <a16:creationId xmlns:a16="http://schemas.microsoft.com/office/drawing/2014/main" id="{E87FBBF5-4C4B-2BA9-7671-182C65D1DBA6}"/>
              </a:ext>
            </a:extLst>
          </p:cNvPr>
          <p:cNvSpPr>
            <a:spLocks noGrp="1"/>
          </p:cNvSpPr>
          <p:nvPr>
            <p:ph type="body" sz="quarter" idx="53" hasCustomPrompt="1"/>
          </p:nvPr>
        </p:nvSpPr>
        <p:spPr>
          <a:xfrm>
            <a:off x="7765208" y="5021786"/>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38" name="Text Placeholder 9">
            <a:extLst>
              <a:ext uri="{FF2B5EF4-FFF2-40B4-BE49-F238E27FC236}">
                <a16:creationId xmlns:a16="http://schemas.microsoft.com/office/drawing/2014/main" id="{E3CD5EEB-45B3-CF04-96A5-62C5367B83CA}"/>
              </a:ext>
            </a:extLst>
          </p:cNvPr>
          <p:cNvSpPr>
            <a:spLocks noGrp="1"/>
          </p:cNvSpPr>
          <p:nvPr>
            <p:ph type="body" sz="quarter" idx="54" hasCustomPrompt="1"/>
          </p:nvPr>
        </p:nvSpPr>
        <p:spPr>
          <a:xfrm>
            <a:off x="6353579" y="5021786"/>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Tree>
    <p:extLst>
      <p:ext uri="{BB962C8B-B14F-4D97-AF65-F5344CB8AC3E}">
        <p14:creationId xmlns:p14="http://schemas.microsoft.com/office/powerpoint/2010/main" val="133044225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 1: light mode">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5E6475EA-05F8-881F-8077-6C5A702451D9}"/>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17" name="Text Placeholder 2">
            <a:extLst>
              <a:ext uri="{FF2B5EF4-FFF2-40B4-BE49-F238E27FC236}">
                <a16:creationId xmlns:a16="http://schemas.microsoft.com/office/drawing/2014/main" id="{23D344E3-E54F-25F8-2F2F-980511EB6BDF}"/>
              </a:ext>
            </a:extLst>
          </p:cNvPr>
          <p:cNvSpPr>
            <a:spLocks noGrp="1"/>
          </p:cNvSpPr>
          <p:nvPr>
            <p:ph idx="1" hasCustomPrompt="1"/>
          </p:nvPr>
        </p:nvSpPr>
        <p:spPr>
          <a:xfrm>
            <a:off x="563412" y="1371601"/>
            <a:ext cx="11077726" cy="4757738"/>
          </a:xfrm>
          <a:prstGeom prst="rect">
            <a:avLst/>
          </a:prstGeom>
        </p:spPr>
        <p:txBody>
          <a:bodyPr vert="horz" lIns="0" tIns="0" rIns="0" bIns="0" rtlCol="0">
            <a:noAutofit/>
          </a:bodyPr>
          <a:lstStyle>
            <a:lvl1pPr>
              <a:defRPr sz="1400" b="0" i="0">
                <a:latin typeface="Graphik" panose="020B0503030202060203" pitchFamily="34" charset="77"/>
              </a:defRPr>
            </a:lvl1pPr>
            <a:lvl2pPr>
              <a:defRPr sz="1400" b="0" i="0">
                <a:latin typeface="Graphik" panose="020B0503030202060203" pitchFamily="34" charset="77"/>
              </a:defRPr>
            </a:lvl2pPr>
            <a:lvl3pPr>
              <a:defRPr sz="1400" b="0" i="0">
                <a:latin typeface="Graphik" panose="020B0503030202060203" pitchFamily="34" charset="77"/>
              </a:defRPr>
            </a:lvl3pPr>
            <a:lvl4pPr>
              <a:defRPr sz="1050" b="0" i="0">
                <a:latin typeface="Graphik" panose="020B0503030202060203" pitchFamily="34" charset="77"/>
              </a:defRPr>
            </a:lvl4pPr>
            <a:lvl5pPr>
              <a:defRPr sz="1050" b="0" i="0">
                <a:latin typeface="Graphik" panose="020B0503030202060203" pitchFamily="34" charset="77"/>
              </a:defRPr>
            </a:lvl5pPr>
            <a:lvl6pPr>
              <a:defRPr sz="1400" b="0" i="0">
                <a:latin typeface="Graphik" panose="020B0503030202060203" pitchFamily="34" charset="77"/>
              </a:defRPr>
            </a:lvl6pPr>
            <a:lvl7pPr>
              <a:defRPr sz="1100" b="0" i="0">
                <a:latin typeface="Graphik" panose="020B0503030202060203" pitchFamily="34" charset="77"/>
              </a:defRPr>
            </a:lvl7pPr>
            <a:lvl9pPr>
              <a:defRPr sz="11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202251960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 1: purple">
    <p:bg>
      <p:bgPr>
        <a:solidFill>
          <a:srgbClr val="450073"/>
        </a:solidFill>
        <a:effectLst/>
      </p:bgPr>
    </p:bg>
    <p:spTree>
      <p:nvGrpSpPr>
        <p:cNvPr id="1" name=""/>
        <p:cNvGrpSpPr/>
        <p:nvPr/>
      </p:nvGrpSpPr>
      <p:grpSpPr>
        <a:xfrm>
          <a:off x="0" y="0"/>
          <a:ext cx="0" cy="0"/>
          <a:chOff x="0" y="0"/>
          <a:chExt cx="0" cy="0"/>
        </a:xfrm>
      </p:grpSpPr>
      <p:sp>
        <p:nvSpPr>
          <p:cNvPr id="11" name="GTS_WH">
            <a:extLst>
              <a:ext uri="{FF2B5EF4-FFF2-40B4-BE49-F238E27FC236}">
                <a16:creationId xmlns:a16="http://schemas.microsoft.com/office/drawing/2014/main" id="{5EFDEB3F-4743-43EA-A121-ED3CB6054C7F}"/>
              </a:ext>
              <a:ext uri="{C183D7F6-B498-43B3-948B-1728B52AA6E4}">
                <adec:decorative xmlns:adec="http://schemas.microsoft.com/office/drawing/2017/decorative" val="1"/>
              </a:ext>
            </a:extLst>
          </p:cNvPr>
          <p:cNvSpPr>
            <a:spLocks noChangeAspect="1"/>
          </p:cNvSpPr>
          <p:nvPr userDrawn="1"/>
        </p:nvSpPr>
        <p:spPr bwMode="black">
          <a:xfrm>
            <a:off x="56341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6" name="Text Placeholder 2">
            <a:extLst>
              <a:ext uri="{FF2B5EF4-FFF2-40B4-BE49-F238E27FC236}">
                <a16:creationId xmlns:a16="http://schemas.microsoft.com/office/drawing/2014/main" id="{72BD5E18-7BA8-5728-2FF2-876642FDAD1A}"/>
              </a:ext>
            </a:extLst>
          </p:cNvPr>
          <p:cNvSpPr>
            <a:spLocks noGrp="1"/>
          </p:cNvSpPr>
          <p:nvPr>
            <p:ph idx="1" hasCustomPrompt="1"/>
          </p:nvPr>
        </p:nvSpPr>
        <p:spPr>
          <a:xfrm>
            <a:off x="563411" y="1371601"/>
            <a:ext cx="11077727" cy="4757738"/>
          </a:xfrm>
          <a:prstGeom prst="rect">
            <a:avLst/>
          </a:prstGeom>
        </p:spPr>
        <p:txBody>
          <a:bodyPr vert="horz" lIns="0" tIns="0" rIns="0" bIns="0" rtlCol="0">
            <a:noAutofit/>
          </a:bodyPr>
          <a:lstStyle>
            <a:lvl1pPr>
              <a:defRPr sz="1400" b="0" i="0">
                <a:solidFill>
                  <a:schemeClr val="tx1"/>
                </a:solidFill>
                <a:latin typeface="Graphik" panose="020B0503030202060203" pitchFamily="34" charset="77"/>
              </a:defRPr>
            </a:lvl1pPr>
            <a:lvl2pPr>
              <a:defRPr sz="1400" b="0" i="0">
                <a:solidFill>
                  <a:schemeClr val="tx1"/>
                </a:solidFill>
                <a:latin typeface="Graphik" panose="020B0503030202060203" pitchFamily="34" charset="77"/>
              </a:defRPr>
            </a:lvl2pPr>
            <a:lvl3pPr>
              <a:defRPr sz="1400" b="0" i="0">
                <a:solidFill>
                  <a:schemeClr val="tx1"/>
                </a:solidFill>
                <a:latin typeface="Graphik" panose="020B0503030202060203" pitchFamily="34" charset="77"/>
              </a:defRPr>
            </a:lvl3pPr>
            <a:lvl4pPr>
              <a:defRPr sz="1050" b="0" i="0">
                <a:solidFill>
                  <a:schemeClr val="tx1"/>
                </a:solidFill>
                <a:latin typeface="Graphik" panose="020B0503030202060203" pitchFamily="34" charset="77"/>
              </a:defRPr>
            </a:lvl4pPr>
            <a:lvl5pPr>
              <a:defRPr sz="1050" b="0" i="0">
                <a:solidFill>
                  <a:schemeClr val="tx1"/>
                </a:solidFill>
                <a:latin typeface="Graphik" panose="020B0503030202060203" pitchFamily="34" charset="77"/>
              </a:defRPr>
            </a:lvl5pPr>
            <a:lvl6pPr>
              <a:defRPr sz="1400" b="0" i="0">
                <a:solidFill>
                  <a:schemeClr val="tx1"/>
                </a:solidFill>
                <a:latin typeface="Graphik" panose="020B0503030202060203" pitchFamily="34" charset="77"/>
              </a:defRPr>
            </a:lvl6pPr>
            <a:lvl7pPr>
              <a:defRPr sz="1100" b="0" i="0">
                <a:solidFill>
                  <a:schemeClr val="tx1"/>
                </a:solidFill>
                <a:latin typeface="Graphik" panose="020B0503030202060203" pitchFamily="34" charset="77"/>
              </a:defRPr>
            </a:lvl7pPr>
            <a:lvl9pPr>
              <a:defRPr sz="1100" b="0" i="0">
                <a:solidFill>
                  <a:schemeClr val="tx1"/>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3" name="Title 2">
            <a:extLst>
              <a:ext uri="{FF2B5EF4-FFF2-40B4-BE49-F238E27FC236}">
                <a16:creationId xmlns:a16="http://schemas.microsoft.com/office/drawing/2014/main" id="{45C11A26-2DA7-C2CB-5CA4-C2226E694332}"/>
              </a:ext>
            </a:extLst>
          </p:cNvPr>
          <p:cNvSpPr>
            <a:spLocks noGrp="1"/>
          </p:cNvSpPr>
          <p:nvPr>
            <p:ph type="title"/>
          </p:nvPr>
        </p:nvSpPr>
        <p:spPr>
          <a:xfrm>
            <a:off x="556467" y="572600"/>
            <a:ext cx="11077728" cy="393954"/>
          </a:xfrm>
        </p:spPr>
        <p:txBody>
          <a:bodyPr/>
          <a:lstStyle/>
          <a:p>
            <a:r>
              <a:rPr lang="en-GB"/>
              <a:t>Click to edit Master title style</a:t>
            </a:r>
            <a:endParaRPr lang="en-US"/>
          </a:p>
        </p:txBody>
      </p:sp>
    </p:spTree>
    <p:extLst>
      <p:ext uri="{BB962C8B-B14F-4D97-AF65-F5344CB8AC3E}">
        <p14:creationId xmlns:p14="http://schemas.microsoft.com/office/powerpoint/2010/main" val="40995605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1: dark mode">
    <p:bg>
      <p:bgPr>
        <a:solidFill>
          <a:srgbClr val="000000"/>
        </a:solidFill>
        <a:effectLst/>
      </p:bgPr>
    </p:bg>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198A5B9C-C3DA-AD99-4E28-C97B8A81C3CC}"/>
              </a:ext>
            </a:extLst>
          </p:cNvPr>
          <p:cNvSpPr>
            <a:spLocks noGrp="1"/>
          </p:cNvSpPr>
          <p:nvPr>
            <p:ph type="title"/>
          </p:nvPr>
        </p:nvSpPr>
        <p:spPr>
          <a:xfrm>
            <a:off x="556467" y="572600"/>
            <a:ext cx="11084672" cy="393954"/>
          </a:xfrm>
        </p:spPr>
        <p:txBody>
          <a:bodyPr/>
          <a:lstStyle>
            <a:lvl1pPr>
              <a:defRPr>
                <a:solidFill>
                  <a:schemeClr val="bg1"/>
                </a:solidFill>
              </a:defRPr>
            </a:lvl1pPr>
          </a:lstStyle>
          <a:p>
            <a:r>
              <a:rPr lang="en-GB"/>
              <a:t>Click to edit Master title style</a:t>
            </a:r>
            <a:endParaRPr lang="en-US"/>
          </a:p>
        </p:txBody>
      </p:sp>
      <p:sp>
        <p:nvSpPr>
          <p:cNvPr id="17" name="Text Placeholder 2">
            <a:extLst>
              <a:ext uri="{FF2B5EF4-FFF2-40B4-BE49-F238E27FC236}">
                <a16:creationId xmlns:a16="http://schemas.microsoft.com/office/drawing/2014/main" id="{23D344E3-E54F-25F8-2F2F-980511EB6BDF}"/>
              </a:ext>
            </a:extLst>
          </p:cNvPr>
          <p:cNvSpPr>
            <a:spLocks noGrp="1"/>
          </p:cNvSpPr>
          <p:nvPr>
            <p:ph idx="1" hasCustomPrompt="1"/>
          </p:nvPr>
        </p:nvSpPr>
        <p:spPr>
          <a:xfrm>
            <a:off x="563411" y="1371601"/>
            <a:ext cx="11084673" cy="4757738"/>
          </a:xfrm>
          <a:prstGeom prst="rect">
            <a:avLst/>
          </a:prstGeom>
        </p:spPr>
        <p:txBody>
          <a:bodyPr vert="horz" lIns="0" tIns="0" rIns="0" bIns="0" rtlCol="0">
            <a:noAutofit/>
          </a:bodyPr>
          <a:lstStyle>
            <a:lvl1pPr>
              <a:defRPr sz="1400" b="0" i="0">
                <a:solidFill>
                  <a:srgbClr val="FFFFFF"/>
                </a:solidFill>
                <a:latin typeface="Graphik" panose="020B0503030202060203" pitchFamily="34" charset="77"/>
              </a:defRPr>
            </a:lvl1pPr>
            <a:lvl2pPr>
              <a:defRPr sz="1400" b="0" i="0">
                <a:solidFill>
                  <a:srgbClr val="FFFFFF"/>
                </a:solidFill>
                <a:latin typeface="Graphik" panose="020B0503030202060203" pitchFamily="34" charset="77"/>
              </a:defRPr>
            </a:lvl2pPr>
            <a:lvl3pPr>
              <a:defRPr sz="1400" b="0" i="0">
                <a:solidFill>
                  <a:srgbClr val="FFFFFF"/>
                </a:solidFill>
                <a:latin typeface="Graphik" panose="020B0503030202060203" pitchFamily="34" charset="77"/>
              </a:defRPr>
            </a:lvl3pPr>
            <a:lvl4pPr>
              <a:defRPr sz="1050" b="0" i="0">
                <a:solidFill>
                  <a:srgbClr val="FFFFFF"/>
                </a:solidFill>
                <a:latin typeface="Graphik" panose="020B0503030202060203" pitchFamily="34" charset="77"/>
              </a:defRPr>
            </a:lvl4pPr>
            <a:lvl5pPr>
              <a:defRPr sz="1050" b="0" i="0">
                <a:solidFill>
                  <a:srgbClr val="FFFFFF"/>
                </a:solidFill>
                <a:latin typeface="Graphik" panose="020B0503030202060203" pitchFamily="34" charset="77"/>
              </a:defRPr>
            </a:lvl5pPr>
            <a:lvl6pPr>
              <a:defRPr sz="1400" b="0" i="0">
                <a:solidFill>
                  <a:srgbClr val="FFFFFF"/>
                </a:solidFill>
                <a:latin typeface="Graphik" panose="020B0503030202060203" pitchFamily="34" charset="77"/>
              </a:defRPr>
            </a:lvl6pPr>
            <a:lvl7pPr>
              <a:defRPr sz="1100" b="0" i="0">
                <a:solidFill>
                  <a:srgbClr val="FFFFFF"/>
                </a:solidFill>
                <a:latin typeface="Graphik" panose="020B0503030202060203" pitchFamily="34" charset="77"/>
              </a:defRPr>
            </a:lvl7pPr>
            <a:lvl9pPr>
              <a:defRPr sz="1100" b="0" i="0">
                <a:solidFill>
                  <a:srgbClr val="FFFFFF"/>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4" name="GTS_WH">
            <a:extLst>
              <a:ext uri="{FF2B5EF4-FFF2-40B4-BE49-F238E27FC236}">
                <a16:creationId xmlns:a16="http://schemas.microsoft.com/office/drawing/2014/main" id="{7F75177E-60CD-488F-76CA-383DF4BA8EAB}"/>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229760677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 2: light mo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C6DC0A-3CA3-F5A5-5E70-94036764CF84}"/>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6" name="Text Placeholder 3">
            <a:extLst>
              <a:ext uri="{FF2B5EF4-FFF2-40B4-BE49-F238E27FC236}">
                <a16:creationId xmlns:a16="http://schemas.microsoft.com/office/drawing/2014/main" id="{0EC44ACB-E461-9710-1A88-433105BDF5D8}"/>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2" name="Text Placeholder 2">
            <a:extLst>
              <a:ext uri="{FF2B5EF4-FFF2-40B4-BE49-F238E27FC236}">
                <a16:creationId xmlns:a16="http://schemas.microsoft.com/office/drawing/2014/main" id="{E013B68F-B365-32C6-C8B6-66516407E205}"/>
              </a:ext>
            </a:extLst>
          </p:cNvPr>
          <p:cNvSpPr>
            <a:spLocks noGrp="1"/>
          </p:cNvSpPr>
          <p:nvPr>
            <p:ph idx="1" hasCustomPrompt="1"/>
          </p:nvPr>
        </p:nvSpPr>
        <p:spPr>
          <a:xfrm>
            <a:off x="563411" y="1684021"/>
            <a:ext cx="11077727" cy="4445317"/>
          </a:xfrm>
          <a:prstGeom prst="rect">
            <a:avLst/>
          </a:prstGeom>
        </p:spPr>
        <p:txBody>
          <a:bodyPr vert="horz" lIns="0" tIns="0" rIns="0" bIns="0" rtlCol="0">
            <a:noAutofit/>
          </a:bodyPr>
          <a:lstStyle>
            <a:lvl1pPr>
              <a:defRPr sz="1400" b="0" i="0">
                <a:latin typeface="Graphik" panose="020B0503030202060203" pitchFamily="34" charset="77"/>
              </a:defRPr>
            </a:lvl1pPr>
            <a:lvl2pPr>
              <a:defRPr sz="1400" b="0" i="0">
                <a:latin typeface="Graphik" panose="020B0503030202060203" pitchFamily="34" charset="77"/>
              </a:defRPr>
            </a:lvl2pPr>
            <a:lvl3pPr>
              <a:defRPr sz="1400" b="0" i="0">
                <a:latin typeface="Graphik" panose="020B0503030202060203" pitchFamily="34" charset="77"/>
              </a:defRPr>
            </a:lvl3pPr>
            <a:lvl4pPr>
              <a:defRPr sz="1050" b="0" i="0">
                <a:latin typeface="Graphik" panose="020B0503030202060203" pitchFamily="34" charset="77"/>
              </a:defRPr>
            </a:lvl4pPr>
            <a:lvl5pPr>
              <a:defRPr sz="1050" b="0" i="0">
                <a:latin typeface="Graphik" panose="020B0503030202060203" pitchFamily="34" charset="77"/>
              </a:defRPr>
            </a:lvl5pPr>
            <a:lvl6pPr>
              <a:defRPr sz="1400" b="0" i="0">
                <a:latin typeface="Graphik" panose="020B0503030202060203" pitchFamily="34" charset="77"/>
              </a:defRPr>
            </a:lvl6pPr>
            <a:lvl7pPr>
              <a:defRPr sz="1100" b="0" i="0">
                <a:latin typeface="Graphik" panose="020B0503030202060203" pitchFamily="34" charset="77"/>
              </a:defRPr>
            </a:lvl7pPr>
            <a:lvl9pPr>
              <a:defRPr sz="11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546719337"/>
      </p:ext>
    </p:extLst>
  </p:cSld>
  <p:clrMapOvr>
    <a:masterClrMapping/>
  </p:clrMapOvr>
  <p:extLst>
    <p:ext uri="{DCECCB84-F9BA-43D5-87BE-67443E8EF086}">
      <p15:sldGuideLst xmlns:p15="http://schemas.microsoft.com/office/powerpoint/2012/main">
        <p15:guide id="1" orient="horz" pos="699">
          <p15:clr>
            <a:srgbClr val="547EBF"/>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 2: dark mode">
    <p:bg>
      <p:bgPr>
        <a:solidFill>
          <a:srgbClr val="000000"/>
        </a:solidFill>
        <a:effectLst/>
      </p:bgPr>
    </p:bg>
    <p:spTree>
      <p:nvGrpSpPr>
        <p:cNvPr id="1" name=""/>
        <p:cNvGrpSpPr/>
        <p:nvPr/>
      </p:nvGrpSpPr>
      <p:grpSpPr>
        <a:xfrm>
          <a:off x="0" y="0"/>
          <a:ext cx="0" cy="0"/>
          <a:chOff x="0" y="0"/>
          <a:chExt cx="0" cy="0"/>
        </a:xfrm>
      </p:grpSpPr>
      <p:sp>
        <p:nvSpPr>
          <p:cNvPr id="12" name="Title 2">
            <a:extLst>
              <a:ext uri="{FF2B5EF4-FFF2-40B4-BE49-F238E27FC236}">
                <a16:creationId xmlns:a16="http://schemas.microsoft.com/office/drawing/2014/main" id="{DB73B016-14F1-76F3-AF33-93292F228360}"/>
              </a:ext>
            </a:extLst>
          </p:cNvPr>
          <p:cNvSpPr>
            <a:spLocks noGrp="1"/>
          </p:cNvSpPr>
          <p:nvPr>
            <p:ph type="title"/>
          </p:nvPr>
        </p:nvSpPr>
        <p:spPr>
          <a:xfrm>
            <a:off x="556467" y="572600"/>
            <a:ext cx="11084672" cy="393954"/>
          </a:xfrm>
        </p:spPr>
        <p:txBody>
          <a:bodyPr/>
          <a:lstStyle>
            <a:lvl1pPr>
              <a:defRPr>
                <a:solidFill>
                  <a:schemeClr val="bg1"/>
                </a:solidFill>
              </a:defRPr>
            </a:lvl1pPr>
          </a:lstStyle>
          <a:p>
            <a:r>
              <a:rPr lang="en-GB"/>
              <a:t>Click to edit Master title style</a:t>
            </a:r>
            <a:endParaRPr lang="en-US"/>
          </a:p>
        </p:txBody>
      </p:sp>
      <p:sp>
        <p:nvSpPr>
          <p:cNvPr id="11" name="Text Placeholder 3">
            <a:extLst>
              <a:ext uri="{FF2B5EF4-FFF2-40B4-BE49-F238E27FC236}">
                <a16:creationId xmlns:a16="http://schemas.microsoft.com/office/drawing/2014/main" id="{0C3F8CBC-7C73-A273-514B-A95005E2DFE9}"/>
              </a:ext>
            </a:extLst>
          </p:cNvPr>
          <p:cNvSpPr>
            <a:spLocks noGrp="1"/>
          </p:cNvSpPr>
          <p:nvPr>
            <p:ph type="body" sz="quarter" idx="26" hasCustomPrompt="1"/>
          </p:nvPr>
        </p:nvSpPr>
        <p:spPr>
          <a:xfrm>
            <a:off x="563412" y="1109663"/>
            <a:ext cx="11084672" cy="384048"/>
          </a:xfrm>
          <a:prstGeom prst="rect">
            <a:avLst/>
          </a:prstGeom>
        </p:spPr>
        <p:txBody>
          <a:bodyPr anchor="t"/>
          <a:lstStyle>
            <a:lvl1pPr marL="0" indent="0">
              <a:spcAft>
                <a:spcPts val="0"/>
              </a:spcAft>
              <a:buNone/>
              <a:defRPr sz="1800" b="0" i="0">
                <a:solidFill>
                  <a:schemeClr val="bg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2" name="Text Placeholder 2">
            <a:extLst>
              <a:ext uri="{FF2B5EF4-FFF2-40B4-BE49-F238E27FC236}">
                <a16:creationId xmlns:a16="http://schemas.microsoft.com/office/drawing/2014/main" id="{E013B68F-B365-32C6-C8B6-66516407E205}"/>
              </a:ext>
            </a:extLst>
          </p:cNvPr>
          <p:cNvSpPr>
            <a:spLocks noGrp="1"/>
          </p:cNvSpPr>
          <p:nvPr>
            <p:ph idx="1" hasCustomPrompt="1"/>
          </p:nvPr>
        </p:nvSpPr>
        <p:spPr>
          <a:xfrm>
            <a:off x="563411" y="1684021"/>
            <a:ext cx="11077727" cy="4445317"/>
          </a:xfrm>
          <a:prstGeom prst="rect">
            <a:avLst/>
          </a:prstGeom>
        </p:spPr>
        <p:txBody>
          <a:bodyPr vert="horz" lIns="0" tIns="0" rIns="0" bIns="0" rtlCol="0">
            <a:noAutofit/>
          </a:bodyPr>
          <a:lstStyle>
            <a:lvl1pPr>
              <a:defRPr sz="1400" b="0" i="0">
                <a:solidFill>
                  <a:srgbClr val="FFFFFF"/>
                </a:solidFill>
                <a:latin typeface="Graphik" panose="020B0503030202060203" pitchFamily="34" charset="77"/>
              </a:defRPr>
            </a:lvl1pPr>
            <a:lvl2pPr>
              <a:defRPr sz="1400" b="0" i="0">
                <a:solidFill>
                  <a:srgbClr val="FFFFFF"/>
                </a:solidFill>
                <a:latin typeface="Graphik" panose="020B0503030202060203" pitchFamily="34" charset="77"/>
              </a:defRPr>
            </a:lvl2pPr>
            <a:lvl3pPr>
              <a:defRPr sz="1400" b="0" i="0">
                <a:solidFill>
                  <a:srgbClr val="FFFFFF"/>
                </a:solidFill>
                <a:latin typeface="Graphik" panose="020B0503030202060203" pitchFamily="34" charset="77"/>
              </a:defRPr>
            </a:lvl3pPr>
            <a:lvl4pPr>
              <a:defRPr sz="1050" b="0" i="0">
                <a:solidFill>
                  <a:srgbClr val="FFFFFF"/>
                </a:solidFill>
                <a:latin typeface="Graphik" panose="020B0503030202060203" pitchFamily="34" charset="77"/>
              </a:defRPr>
            </a:lvl4pPr>
            <a:lvl5pPr>
              <a:defRPr sz="1050" b="0" i="0">
                <a:solidFill>
                  <a:srgbClr val="FFFFFF"/>
                </a:solidFill>
                <a:latin typeface="Graphik" panose="020B0503030202060203" pitchFamily="34" charset="77"/>
              </a:defRPr>
            </a:lvl5pPr>
            <a:lvl6pPr>
              <a:defRPr sz="1400" b="0" i="0">
                <a:solidFill>
                  <a:srgbClr val="FFFFFF"/>
                </a:solidFill>
                <a:latin typeface="Graphik" panose="020B0503030202060203" pitchFamily="34" charset="77"/>
              </a:defRPr>
            </a:lvl6pPr>
            <a:lvl7pPr>
              <a:defRPr sz="1100" b="0" i="0">
                <a:solidFill>
                  <a:srgbClr val="FFFFFF"/>
                </a:solidFill>
                <a:latin typeface="Graphik" panose="020B0503030202060203" pitchFamily="34" charset="77"/>
              </a:defRPr>
            </a:lvl7pPr>
            <a:lvl9pPr>
              <a:defRPr sz="1100" b="0" i="0">
                <a:solidFill>
                  <a:srgbClr val="FFFFFF"/>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4" name="GTS_WH">
            <a:extLst>
              <a:ext uri="{FF2B5EF4-FFF2-40B4-BE49-F238E27FC236}">
                <a16:creationId xmlns:a16="http://schemas.microsoft.com/office/drawing/2014/main" id="{BDF14360-0E2D-7FE6-A174-E8EA0610C689}"/>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54471621"/>
      </p:ext>
    </p:extLst>
  </p:cSld>
  <p:clrMapOvr>
    <a:masterClrMapping/>
  </p:clrMapOvr>
  <p:extLst>
    <p:ext uri="{DCECCB84-F9BA-43D5-87BE-67443E8EF086}">
      <p15:sldGuideLst xmlns:p15="http://schemas.microsoft.com/office/powerpoint/2012/main">
        <p15:guide id="1" orient="horz" pos="699">
          <p15:clr>
            <a:srgbClr val="547EBF"/>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 2 columns ">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8701463-9442-1142-516A-46496479961A}"/>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7" name="Content Placeholder 4">
            <a:extLst>
              <a:ext uri="{FF2B5EF4-FFF2-40B4-BE49-F238E27FC236}">
                <a16:creationId xmlns:a16="http://schemas.microsoft.com/office/drawing/2014/main" id="{9917C584-C28F-B584-7B0F-55FA025AE20A}"/>
              </a:ext>
            </a:extLst>
          </p:cNvPr>
          <p:cNvSpPr>
            <a:spLocks noGrp="1"/>
          </p:cNvSpPr>
          <p:nvPr>
            <p:ph sz="half" idx="23" hasCustomPrompt="1"/>
          </p:nvPr>
        </p:nvSpPr>
        <p:spPr>
          <a:xfrm>
            <a:off x="563411" y="1371600"/>
            <a:ext cx="5366829" cy="475773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8" name="Content Placeholder 4">
            <a:extLst>
              <a:ext uri="{FF2B5EF4-FFF2-40B4-BE49-F238E27FC236}">
                <a16:creationId xmlns:a16="http://schemas.microsoft.com/office/drawing/2014/main" id="{6042C45C-90BD-45D8-3274-EC8F9C34884E}"/>
              </a:ext>
            </a:extLst>
          </p:cNvPr>
          <p:cNvSpPr>
            <a:spLocks noGrp="1"/>
          </p:cNvSpPr>
          <p:nvPr>
            <p:ph sz="half" idx="27" hasCustomPrompt="1"/>
          </p:nvPr>
        </p:nvSpPr>
        <p:spPr>
          <a:xfrm>
            <a:off x="6274309" y="1371600"/>
            <a:ext cx="5366829" cy="475773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3636527163"/>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t: 2 columns + subtitle">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DD1F44-0234-2D57-4413-4FC6C13C9526}"/>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3" name="Text Placeholder 3">
            <a:extLst>
              <a:ext uri="{FF2B5EF4-FFF2-40B4-BE49-F238E27FC236}">
                <a16:creationId xmlns:a16="http://schemas.microsoft.com/office/drawing/2014/main" id="{A3A63DC6-F1D4-F48E-63CC-C7FB269035DD}"/>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1" name="Content Placeholder 4">
            <a:extLst>
              <a:ext uri="{FF2B5EF4-FFF2-40B4-BE49-F238E27FC236}">
                <a16:creationId xmlns:a16="http://schemas.microsoft.com/office/drawing/2014/main" id="{D1F96AC0-D13D-0E71-5754-A36D3204D2CE}"/>
              </a:ext>
            </a:extLst>
          </p:cNvPr>
          <p:cNvSpPr>
            <a:spLocks noGrp="1"/>
          </p:cNvSpPr>
          <p:nvPr>
            <p:ph sz="half" idx="23" hasCustomPrompt="1"/>
          </p:nvPr>
        </p:nvSpPr>
        <p:spPr>
          <a:xfrm>
            <a:off x="563411" y="1844675"/>
            <a:ext cx="5366829" cy="4284663"/>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4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Content Placeholder 4">
            <a:extLst>
              <a:ext uri="{FF2B5EF4-FFF2-40B4-BE49-F238E27FC236}">
                <a16:creationId xmlns:a16="http://schemas.microsoft.com/office/drawing/2014/main" id="{32746C65-211F-F944-7DC6-636860898795}"/>
              </a:ext>
            </a:extLst>
          </p:cNvPr>
          <p:cNvSpPr>
            <a:spLocks noGrp="1"/>
          </p:cNvSpPr>
          <p:nvPr>
            <p:ph sz="half" idx="27" hasCustomPrompt="1"/>
          </p:nvPr>
        </p:nvSpPr>
        <p:spPr>
          <a:xfrm>
            <a:off x="6274309" y="1844675"/>
            <a:ext cx="5366829" cy="4284663"/>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4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1976679589"/>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tent: 1 column + image">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2E7AEC39-79BA-E7A3-BBD2-6D1623631EAD}"/>
              </a:ext>
            </a:extLst>
          </p:cNvPr>
          <p:cNvSpPr>
            <a:spLocks noGrp="1"/>
          </p:cNvSpPr>
          <p:nvPr>
            <p:ph type="title"/>
          </p:nvPr>
        </p:nvSpPr>
        <p:spPr>
          <a:xfrm>
            <a:off x="556466" y="572600"/>
            <a:ext cx="4958430" cy="393954"/>
          </a:xfrm>
        </p:spPr>
        <p:txBody>
          <a:bodyPr/>
          <a:lstStyle/>
          <a:p>
            <a:r>
              <a:rPr lang="en-GB"/>
              <a:t>Click to edit Master title style</a:t>
            </a:r>
            <a:endParaRPr lang="en-US"/>
          </a:p>
        </p:txBody>
      </p:sp>
      <p:sp>
        <p:nvSpPr>
          <p:cNvPr id="2" name="Text Placeholder 3">
            <a:extLst>
              <a:ext uri="{FF2B5EF4-FFF2-40B4-BE49-F238E27FC236}">
                <a16:creationId xmlns:a16="http://schemas.microsoft.com/office/drawing/2014/main" id="{76AA3A1C-64F6-5ED3-5870-9290D090DB50}"/>
              </a:ext>
            </a:extLst>
          </p:cNvPr>
          <p:cNvSpPr>
            <a:spLocks noGrp="1"/>
          </p:cNvSpPr>
          <p:nvPr>
            <p:ph type="body" sz="quarter" idx="26" hasCustomPrompt="1"/>
          </p:nvPr>
        </p:nvSpPr>
        <p:spPr>
          <a:xfrm>
            <a:off x="563411" y="1609787"/>
            <a:ext cx="4958430"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9" name="Text Placeholder 3a">
            <a:extLst>
              <a:ext uri="{FF2B5EF4-FFF2-40B4-BE49-F238E27FC236}">
                <a16:creationId xmlns:a16="http://schemas.microsoft.com/office/drawing/2014/main" id="{5D9B6009-93F7-0EA3-7688-ED060527BD22}"/>
              </a:ext>
            </a:extLst>
          </p:cNvPr>
          <p:cNvSpPr>
            <a:spLocks noGrp="1"/>
          </p:cNvSpPr>
          <p:nvPr>
            <p:ph type="body" idx="22" hasCustomPrompt="1"/>
          </p:nvPr>
        </p:nvSpPr>
        <p:spPr>
          <a:xfrm>
            <a:off x="563411" y="2168501"/>
            <a:ext cx="4951564" cy="632327"/>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a:t>
            </a:r>
            <a:br>
              <a:rPr lang="en-US"/>
            </a:br>
            <a:r>
              <a:rPr lang="en-US"/>
              <a:t>here</a:t>
            </a:r>
          </a:p>
        </p:txBody>
      </p:sp>
      <p:sp>
        <p:nvSpPr>
          <p:cNvPr id="14" name="Content Placeholder 4">
            <a:extLst>
              <a:ext uri="{FF2B5EF4-FFF2-40B4-BE49-F238E27FC236}">
                <a16:creationId xmlns:a16="http://schemas.microsoft.com/office/drawing/2014/main" id="{DD884840-889C-7E2B-A21E-B460E6632A5E}"/>
              </a:ext>
            </a:extLst>
          </p:cNvPr>
          <p:cNvSpPr>
            <a:spLocks noGrp="1"/>
          </p:cNvSpPr>
          <p:nvPr>
            <p:ph sz="half" idx="23" hasCustomPrompt="1"/>
          </p:nvPr>
        </p:nvSpPr>
        <p:spPr>
          <a:xfrm>
            <a:off x="563411" y="2857534"/>
            <a:ext cx="4951564" cy="3247991"/>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Picture Placeholder 10">
            <a:extLst>
              <a:ext uri="{FF2B5EF4-FFF2-40B4-BE49-F238E27FC236}">
                <a16:creationId xmlns:a16="http://schemas.microsoft.com/office/drawing/2014/main" id="{B0AA4D52-B7EF-3A7F-8F6B-EE17D2CD81D7}"/>
              </a:ext>
            </a:extLst>
          </p:cNvPr>
          <p:cNvSpPr>
            <a:spLocks noGrp="1" noChangeAspect="1"/>
          </p:cNvSpPr>
          <p:nvPr>
            <p:ph type="pic" sz="quarter" idx="16"/>
          </p:nvPr>
        </p:nvSpPr>
        <p:spPr>
          <a:xfrm>
            <a:off x="6103368" y="549275"/>
            <a:ext cx="6092648" cy="5759450"/>
          </a:xfrm>
          <a:solidFill>
            <a:schemeClr val="bg1">
              <a:lumMod val="95000"/>
            </a:schemeClr>
          </a:solidFill>
        </p:spPr>
        <p:txBody>
          <a:bodyPr anchor="ctr"/>
          <a:lstStyle>
            <a:lvl1pPr algn="ctr">
              <a:defRPr/>
            </a:lvl1pPr>
          </a:lstStyle>
          <a:p>
            <a:r>
              <a:rPr lang="en-GB"/>
              <a:t>Click icon to add picture</a:t>
            </a:r>
            <a:endParaRPr lang="en-US"/>
          </a:p>
        </p:txBody>
      </p:sp>
    </p:spTree>
    <p:extLst>
      <p:ext uri="{BB962C8B-B14F-4D97-AF65-F5344CB8AC3E}">
        <p14:creationId xmlns:p14="http://schemas.microsoft.com/office/powerpoint/2010/main" val="544592518"/>
      </p:ext>
    </p:extLst>
  </p:cSld>
  <p:clrMapOvr>
    <a:masterClrMapping/>
  </p:clrMapOvr>
  <p:extLst>
    <p:ext uri="{DCECCB84-F9BA-43D5-87BE-67443E8EF086}">
      <p15:sldGuideLst xmlns:p15="http://schemas.microsoft.com/office/powerpoint/2012/main">
        <p15:guide id="1" orient="horz" pos="2781">
          <p15:clr>
            <a:srgbClr val="C35EA4"/>
          </p15:clr>
        </p15:guide>
        <p15:guide id="2" orient="horz" pos="699">
          <p15:clr>
            <a:srgbClr val="547EBF"/>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BE54C0EC-61DC-B59E-7818-7970359D572F}"/>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5" name="Text Placeholder 3">
            <a:extLst>
              <a:ext uri="{FF2B5EF4-FFF2-40B4-BE49-F238E27FC236}">
                <a16:creationId xmlns:a16="http://schemas.microsoft.com/office/drawing/2014/main" id="{829CD64B-978B-B166-4177-22D54438A49F}"/>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4"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3a">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4"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4" name="Content Placeholder 4">
            <a:extLst>
              <a:ext uri="{FF2B5EF4-FFF2-40B4-BE49-F238E27FC236}">
                <a16:creationId xmlns:a16="http://schemas.microsoft.com/office/drawing/2014/main" id="{02BA4C27-1C65-4465-A8B1-ACE92701B4D0}"/>
              </a:ext>
            </a:extLst>
          </p:cNvPr>
          <p:cNvSpPr>
            <a:spLocks noGrp="1"/>
          </p:cNvSpPr>
          <p:nvPr>
            <p:ph sz="half" idx="2" hasCustomPrompt="1"/>
          </p:nvPr>
        </p:nvSpPr>
        <p:spPr>
          <a:xfrm>
            <a:off x="561424"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4" name="Text Placeholder 5">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408212"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2" name="Text Placeholder 6">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408212"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3" name="Content Placeholder 7">
            <a:extLst>
              <a:ext uri="{FF2B5EF4-FFF2-40B4-BE49-F238E27FC236}">
                <a16:creationId xmlns:a16="http://schemas.microsoft.com/office/drawing/2014/main" id="{DB26F5FE-8482-4C00-99C1-3FC3BEEE82C8}"/>
              </a:ext>
            </a:extLst>
          </p:cNvPr>
          <p:cNvSpPr>
            <a:spLocks noGrp="1"/>
          </p:cNvSpPr>
          <p:nvPr>
            <p:ph sz="half" idx="20" hasCustomPrompt="1"/>
          </p:nvPr>
        </p:nvSpPr>
        <p:spPr>
          <a:xfrm>
            <a:off x="4408212"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lang="en-US" sz="1100" b="0" i="0" kern="1200" dirty="0">
                <a:solidFill>
                  <a:schemeClr val="tx1"/>
                </a:solidFill>
                <a:latin typeface="Graphik" panose="020B0503030202060203" pitchFamily="34" charset="77"/>
                <a:ea typeface="+mn-ea"/>
                <a:cs typeface="+mn-cs"/>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marL="11113" lvl="5" indent="0" algn="l" defTabSz="228594"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
        <p:nvSpPr>
          <p:cNvPr id="27" name="Text Placeholder 8">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5" name="Text Placeholder 9">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6" name="Content Placeholder 10">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lang="en-US" sz="1100" b="0" i="0" kern="1200" dirty="0">
                <a:solidFill>
                  <a:schemeClr val="tx1"/>
                </a:solidFill>
                <a:latin typeface="Graphik" panose="020B0503030202060203" pitchFamily="34" charset="77"/>
                <a:ea typeface="+mn-ea"/>
                <a:cs typeface="+mn-cs"/>
              </a:defRPr>
            </a:lvl6pPr>
          </a:lstStyle>
          <a:p>
            <a:pPr lvl="0"/>
            <a:r>
              <a:rPr lang="en-US"/>
              <a:t>Place text here</a:t>
            </a:r>
          </a:p>
          <a:p>
            <a:pPr lvl="1"/>
            <a:r>
              <a:rPr lang="en-US"/>
              <a:t>Second level</a:t>
            </a:r>
          </a:p>
          <a:p>
            <a:pPr lvl="2"/>
            <a:r>
              <a:rPr lang="en-US"/>
              <a:t>Third leve</a:t>
            </a:r>
          </a:p>
          <a:p>
            <a:pPr lvl="3"/>
            <a:r>
              <a:rPr lang="en-US"/>
              <a:t>Fourth level</a:t>
            </a:r>
          </a:p>
          <a:p>
            <a:pPr lvl="4"/>
            <a:r>
              <a:rPr lang="en-US"/>
              <a:t>Fifth level</a:t>
            </a:r>
          </a:p>
          <a:p>
            <a:pPr marL="11113" lvl="5" indent="0" algn="l" defTabSz="228594"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Tree>
    <p:extLst>
      <p:ext uri="{BB962C8B-B14F-4D97-AF65-F5344CB8AC3E}">
        <p14:creationId xmlns:p14="http://schemas.microsoft.com/office/powerpoint/2010/main" val="3041270541"/>
      </p:ext>
    </p:extLst>
  </p:cSld>
  <p:clrMapOvr>
    <a:masterClrMapping/>
  </p:clrMapOvr>
  <p:extLst>
    <p:ext uri="{DCECCB84-F9BA-43D5-87BE-67443E8EF086}">
      <p15:sldGuideLst xmlns:p15="http://schemas.microsoft.com/office/powerpoint/2012/main">
        <p15:guide id="1" orient="horz" pos="2777">
          <p15:clr>
            <a:srgbClr val="C35EA4"/>
          </p15:clr>
        </p15:guide>
        <p15:guide id="2" orient="horz" pos="699">
          <p15:clr>
            <a:srgbClr val="547EBF"/>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DE0ACE9-87AB-DC33-60CB-7857735C0CCC}"/>
              </a:ext>
            </a:extLst>
          </p:cNvPr>
          <p:cNvSpPr>
            <a:spLocks noGrp="1"/>
          </p:cNvSpPr>
          <p:nvPr>
            <p:ph type="title"/>
          </p:nvPr>
        </p:nvSpPr>
        <p:spPr>
          <a:xfrm>
            <a:off x="556467" y="572600"/>
            <a:ext cx="11109212" cy="393954"/>
          </a:xfrm>
        </p:spPr>
        <p:txBody>
          <a:bodyPr/>
          <a:lstStyle/>
          <a:p>
            <a:r>
              <a:rPr lang="en-GB"/>
              <a:t>Click to edit Master title style</a:t>
            </a:r>
            <a:endParaRPr lang="en-US"/>
          </a:p>
        </p:txBody>
      </p:sp>
      <p:sp>
        <p:nvSpPr>
          <p:cNvPr id="5" name="Text Placeholder 3">
            <a:extLst>
              <a:ext uri="{FF2B5EF4-FFF2-40B4-BE49-F238E27FC236}">
                <a16:creationId xmlns:a16="http://schemas.microsoft.com/office/drawing/2014/main" id="{96979C23-8BE9-7323-535F-C9F3337F59ED}"/>
              </a:ext>
            </a:extLst>
          </p:cNvPr>
          <p:cNvSpPr>
            <a:spLocks noGrp="1"/>
          </p:cNvSpPr>
          <p:nvPr>
            <p:ph type="body" sz="quarter" idx="26" hasCustomPrompt="1"/>
          </p:nvPr>
        </p:nvSpPr>
        <p:spPr>
          <a:xfrm>
            <a:off x="563411" y="1109663"/>
            <a:ext cx="11077727"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9" name="Text Placeholder 3">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7" y="1844800"/>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4">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7" y="2302000"/>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6" name="Content Placeholder 5">
            <a:extLst>
              <a:ext uri="{FF2B5EF4-FFF2-40B4-BE49-F238E27FC236}">
                <a16:creationId xmlns:a16="http://schemas.microsoft.com/office/drawing/2014/main" id="{3BDC2B1A-D3A0-C04B-AEDB-0389C637EF1A}"/>
              </a:ext>
            </a:extLst>
          </p:cNvPr>
          <p:cNvSpPr>
            <a:spLocks noGrp="1"/>
          </p:cNvSpPr>
          <p:nvPr>
            <p:ph sz="half" idx="28" hasCustomPrompt="1"/>
          </p:nvPr>
        </p:nvSpPr>
        <p:spPr>
          <a:xfrm>
            <a:off x="561427" y="3124961"/>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a:t>
            </a:r>
          </a:p>
          <a:p>
            <a:pPr lvl="5"/>
            <a:r>
              <a:rPr lang="en-US"/>
              <a:t>Sixth level</a:t>
            </a:r>
          </a:p>
        </p:txBody>
      </p:sp>
      <p:sp>
        <p:nvSpPr>
          <p:cNvPr id="10" name="Text Placeholder 3">
            <a:extLst>
              <a:ext uri="{FF2B5EF4-FFF2-40B4-BE49-F238E27FC236}">
                <a16:creationId xmlns:a16="http://schemas.microsoft.com/office/drawing/2014/main" id="{7B5BFA1F-5247-B9BC-754B-6AAF3E525A0B}"/>
              </a:ext>
            </a:extLst>
          </p:cNvPr>
          <p:cNvSpPr>
            <a:spLocks noGrp="1"/>
          </p:cNvSpPr>
          <p:nvPr>
            <p:ph type="body" idx="34" hasCustomPrompt="1"/>
          </p:nvPr>
        </p:nvSpPr>
        <p:spPr>
          <a:xfrm>
            <a:off x="3403235"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11" name="Text Placeholder 4">
            <a:extLst>
              <a:ext uri="{FF2B5EF4-FFF2-40B4-BE49-F238E27FC236}">
                <a16:creationId xmlns:a16="http://schemas.microsoft.com/office/drawing/2014/main" id="{097F6A55-E927-3DDC-C6BC-9E4F7D33849E}"/>
              </a:ext>
            </a:extLst>
          </p:cNvPr>
          <p:cNvSpPr>
            <a:spLocks noGrp="1"/>
          </p:cNvSpPr>
          <p:nvPr>
            <p:ph type="body" idx="35" hasCustomPrompt="1"/>
          </p:nvPr>
        </p:nvSpPr>
        <p:spPr>
          <a:xfrm>
            <a:off x="3403235"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2" name="Content Placeholder 5">
            <a:extLst>
              <a:ext uri="{FF2B5EF4-FFF2-40B4-BE49-F238E27FC236}">
                <a16:creationId xmlns:a16="http://schemas.microsoft.com/office/drawing/2014/main" id="{E79F7D08-14C4-9387-451B-BF223111972A}"/>
              </a:ext>
            </a:extLst>
          </p:cNvPr>
          <p:cNvSpPr>
            <a:spLocks noGrp="1"/>
          </p:cNvSpPr>
          <p:nvPr>
            <p:ph sz="half" idx="36" hasCustomPrompt="1"/>
          </p:nvPr>
        </p:nvSpPr>
        <p:spPr>
          <a:xfrm>
            <a:off x="3403235"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 </a:t>
            </a:r>
          </a:p>
          <a:p>
            <a:pPr lvl="2"/>
            <a:r>
              <a:rPr lang="en-US"/>
              <a:t>Third level</a:t>
            </a:r>
          </a:p>
          <a:p>
            <a:pPr lvl="3"/>
            <a:r>
              <a:rPr lang="en-US"/>
              <a:t>Fourth level</a:t>
            </a:r>
          </a:p>
          <a:p>
            <a:pPr lvl="4"/>
            <a:r>
              <a:rPr lang="en-US"/>
              <a:t>Fifth level</a:t>
            </a:r>
          </a:p>
          <a:p>
            <a:pPr lvl="5"/>
            <a:r>
              <a:rPr lang="en-US"/>
              <a:t>Sixth leve</a:t>
            </a:r>
          </a:p>
        </p:txBody>
      </p:sp>
      <p:sp>
        <p:nvSpPr>
          <p:cNvPr id="20" name="Text Placeholder 3">
            <a:extLst>
              <a:ext uri="{FF2B5EF4-FFF2-40B4-BE49-F238E27FC236}">
                <a16:creationId xmlns:a16="http://schemas.microsoft.com/office/drawing/2014/main" id="{96A48BF3-8AA9-50DC-49B0-265A2B870BDA}"/>
              </a:ext>
            </a:extLst>
          </p:cNvPr>
          <p:cNvSpPr>
            <a:spLocks noGrp="1"/>
          </p:cNvSpPr>
          <p:nvPr>
            <p:ph type="body" idx="37" hasCustomPrompt="1"/>
          </p:nvPr>
        </p:nvSpPr>
        <p:spPr>
          <a:xfrm>
            <a:off x="6245043"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3" name="Text Placeholder 4">
            <a:extLst>
              <a:ext uri="{FF2B5EF4-FFF2-40B4-BE49-F238E27FC236}">
                <a16:creationId xmlns:a16="http://schemas.microsoft.com/office/drawing/2014/main" id="{6CA89A9C-8BF9-8CDF-3629-2C1B8ED659BD}"/>
              </a:ext>
            </a:extLst>
          </p:cNvPr>
          <p:cNvSpPr>
            <a:spLocks noGrp="1"/>
          </p:cNvSpPr>
          <p:nvPr>
            <p:ph type="body" idx="38" hasCustomPrompt="1"/>
          </p:nvPr>
        </p:nvSpPr>
        <p:spPr>
          <a:xfrm>
            <a:off x="6245043"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6" name="Content Placeholder 5">
            <a:extLst>
              <a:ext uri="{FF2B5EF4-FFF2-40B4-BE49-F238E27FC236}">
                <a16:creationId xmlns:a16="http://schemas.microsoft.com/office/drawing/2014/main" id="{AD7E4C39-2249-402B-D65E-2FB4E6A324A7}"/>
              </a:ext>
            </a:extLst>
          </p:cNvPr>
          <p:cNvSpPr>
            <a:spLocks noGrp="1"/>
          </p:cNvSpPr>
          <p:nvPr>
            <p:ph sz="half" idx="39" hasCustomPrompt="1"/>
          </p:nvPr>
        </p:nvSpPr>
        <p:spPr>
          <a:xfrm>
            <a:off x="6245043"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34" name="Text Placeholder 3">
            <a:extLst>
              <a:ext uri="{FF2B5EF4-FFF2-40B4-BE49-F238E27FC236}">
                <a16:creationId xmlns:a16="http://schemas.microsoft.com/office/drawing/2014/main" id="{DC7DFE68-FFE1-E798-3629-CF0323B2195E}"/>
              </a:ext>
            </a:extLst>
          </p:cNvPr>
          <p:cNvSpPr>
            <a:spLocks noGrp="1"/>
          </p:cNvSpPr>
          <p:nvPr>
            <p:ph type="body" idx="40" hasCustomPrompt="1"/>
          </p:nvPr>
        </p:nvSpPr>
        <p:spPr>
          <a:xfrm>
            <a:off x="9086850"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5" name="Text Placeholder 4">
            <a:extLst>
              <a:ext uri="{FF2B5EF4-FFF2-40B4-BE49-F238E27FC236}">
                <a16:creationId xmlns:a16="http://schemas.microsoft.com/office/drawing/2014/main" id="{0A5C4BB7-F326-497E-84F9-02B889C225A4}"/>
              </a:ext>
            </a:extLst>
          </p:cNvPr>
          <p:cNvSpPr>
            <a:spLocks noGrp="1"/>
          </p:cNvSpPr>
          <p:nvPr>
            <p:ph type="body" idx="41" hasCustomPrompt="1"/>
          </p:nvPr>
        </p:nvSpPr>
        <p:spPr>
          <a:xfrm>
            <a:off x="9086850"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36" name="Content Placeholder 5">
            <a:extLst>
              <a:ext uri="{FF2B5EF4-FFF2-40B4-BE49-F238E27FC236}">
                <a16:creationId xmlns:a16="http://schemas.microsoft.com/office/drawing/2014/main" id="{D4259B04-F910-6FD9-9F42-BCED33ECAEA9}"/>
              </a:ext>
            </a:extLst>
          </p:cNvPr>
          <p:cNvSpPr>
            <a:spLocks noGrp="1"/>
          </p:cNvSpPr>
          <p:nvPr>
            <p:ph sz="half" idx="42" hasCustomPrompt="1"/>
          </p:nvPr>
        </p:nvSpPr>
        <p:spPr>
          <a:xfrm>
            <a:off x="9086850"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a:t>
            </a:r>
          </a:p>
          <a:p>
            <a:pPr lvl="4"/>
            <a:r>
              <a:rPr lang="en-US"/>
              <a:t>Fifth level</a:t>
            </a:r>
          </a:p>
          <a:p>
            <a:pPr lvl="5"/>
            <a:r>
              <a:rPr lang="en-US"/>
              <a:t>Sixth level </a:t>
            </a:r>
          </a:p>
        </p:txBody>
      </p:sp>
    </p:spTree>
    <p:extLst>
      <p:ext uri="{BB962C8B-B14F-4D97-AF65-F5344CB8AC3E}">
        <p14:creationId xmlns:p14="http://schemas.microsoft.com/office/powerpoint/2010/main" val="3626589434"/>
      </p:ext>
    </p:extLst>
  </p:cSld>
  <p:clrMapOvr>
    <a:masterClrMapping/>
  </p:clrMapOvr>
  <p:extLst>
    <p:ext uri="{DCECCB84-F9BA-43D5-87BE-67443E8EF086}">
      <p15:sldGuideLst xmlns:p15="http://schemas.microsoft.com/office/powerpoint/2012/main">
        <p15:guide id="1" orient="horz" pos="2775">
          <p15:clr>
            <a:srgbClr val="C35EA4"/>
          </p15:clr>
        </p15:guide>
        <p15:guide id="2" orient="horz" pos="699">
          <p15:clr>
            <a:srgbClr val="547EBF"/>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tent: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0743A-ADC6-831B-B51D-02359B5DA97F}"/>
              </a:ext>
            </a:extLst>
          </p:cNvPr>
          <p:cNvSpPr>
            <a:spLocks noGrp="1"/>
          </p:cNvSpPr>
          <p:nvPr>
            <p:ph type="title"/>
          </p:nvPr>
        </p:nvSpPr>
        <p:spPr/>
        <p:txBody>
          <a:bodyPr/>
          <a:lstStyle/>
          <a:p>
            <a:r>
              <a:rPr lang="en-GB"/>
              <a:t>Click to edit Master title style</a:t>
            </a:r>
            <a:endParaRPr lang="en-AR"/>
          </a:p>
        </p:txBody>
      </p:sp>
      <p:cxnSp>
        <p:nvCxnSpPr>
          <p:cNvPr id="6" name="Straight Connector 5">
            <a:extLst>
              <a:ext uri="{FF2B5EF4-FFF2-40B4-BE49-F238E27FC236}">
                <a16:creationId xmlns:a16="http://schemas.microsoft.com/office/drawing/2014/main" id="{EE89688D-4CDD-6E55-2855-3448FFAECBE1}"/>
              </a:ext>
            </a:extLst>
          </p:cNvPr>
          <p:cNvCxnSpPr>
            <a:cxnSpLocks/>
          </p:cNvCxnSpPr>
          <p:nvPr userDrawn="1"/>
        </p:nvCxnSpPr>
        <p:spPr>
          <a:xfrm>
            <a:off x="550863" y="2386126"/>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3AD4217-E551-509C-58B9-B95944CCB63E}"/>
              </a:ext>
            </a:extLst>
          </p:cNvPr>
          <p:cNvCxnSpPr>
            <a:cxnSpLocks/>
          </p:cNvCxnSpPr>
          <p:nvPr userDrawn="1"/>
        </p:nvCxnSpPr>
        <p:spPr>
          <a:xfrm>
            <a:off x="550863" y="3393857"/>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 Placeholder 3">
            <a:extLst>
              <a:ext uri="{FF2B5EF4-FFF2-40B4-BE49-F238E27FC236}">
                <a16:creationId xmlns:a16="http://schemas.microsoft.com/office/drawing/2014/main" id="{13E1FBEF-5FF1-E9BB-F6B9-7326BB5CB80A}"/>
              </a:ext>
            </a:extLst>
          </p:cNvPr>
          <p:cNvSpPr>
            <a:spLocks noGrp="1"/>
          </p:cNvSpPr>
          <p:nvPr>
            <p:ph type="body" sz="quarter" idx="26" hasCustomPrompt="1"/>
          </p:nvPr>
        </p:nvSpPr>
        <p:spPr>
          <a:xfrm>
            <a:off x="563411" y="1609787"/>
            <a:ext cx="4958430"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38" name="Text Placeholder 3a">
            <a:extLst>
              <a:ext uri="{FF2B5EF4-FFF2-40B4-BE49-F238E27FC236}">
                <a16:creationId xmlns:a16="http://schemas.microsoft.com/office/drawing/2014/main" id="{B9824907-86E3-1531-50ED-112E1C8CF38B}"/>
              </a:ext>
            </a:extLst>
          </p:cNvPr>
          <p:cNvSpPr>
            <a:spLocks noGrp="1"/>
          </p:cNvSpPr>
          <p:nvPr>
            <p:ph type="body" idx="22" hasCustomPrompt="1"/>
          </p:nvPr>
        </p:nvSpPr>
        <p:spPr>
          <a:xfrm>
            <a:off x="563411" y="2527859"/>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48" name="Text Placeholder 47">
            <a:extLst>
              <a:ext uri="{FF2B5EF4-FFF2-40B4-BE49-F238E27FC236}">
                <a16:creationId xmlns:a16="http://schemas.microsoft.com/office/drawing/2014/main" id="{F08F731E-CEF1-4878-3FD0-FAD6C27FD39A}"/>
              </a:ext>
            </a:extLst>
          </p:cNvPr>
          <p:cNvSpPr>
            <a:spLocks noGrp="1"/>
          </p:cNvSpPr>
          <p:nvPr>
            <p:ph type="body" sz="quarter" idx="28" hasCustomPrompt="1"/>
          </p:nvPr>
        </p:nvSpPr>
        <p:spPr>
          <a:xfrm>
            <a:off x="4743153" y="2525284"/>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50" name="Text Placeholder 3a">
            <a:extLst>
              <a:ext uri="{FF2B5EF4-FFF2-40B4-BE49-F238E27FC236}">
                <a16:creationId xmlns:a16="http://schemas.microsoft.com/office/drawing/2014/main" id="{26505188-6359-30FA-BD41-1EE3AE7460F8}"/>
              </a:ext>
            </a:extLst>
          </p:cNvPr>
          <p:cNvSpPr>
            <a:spLocks noGrp="1"/>
          </p:cNvSpPr>
          <p:nvPr>
            <p:ph type="body" idx="29" hasCustomPrompt="1"/>
          </p:nvPr>
        </p:nvSpPr>
        <p:spPr>
          <a:xfrm>
            <a:off x="9948122" y="2527859"/>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52" name="Text Placeholder 3a">
            <a:extLst>
              <a:ext uri="{FF2B5EF4-FFF2-40B4-BE49-F238E27FC236}">
                <a16:creationId xmlns:a16="http://schemas.microsoft.com/office/drawing/2014/main" id="{2F8B0EA0-CACA-263A-C93F-CBC13D1410B5}"/>
              </a:ext>
            </a:extLst>
          </p:cNvPr>
          <p:cNvSpPr>
            <a:spLocks noGrp="1"/>
          </p:cNvSpPr>
          <p:nvPr>
            <p:ph type="body" idx="30" hasCustomPrompt="1"/>
          </p:nvPr>
        </p:nvSpPr>
        <p:spPr>
          <a:xfrm>
            <a:off x="575960" y="3541109"/>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cxnSp>
        <p:nvCxnSpPr>
          <p:cNvPr id="53" name="Straight Connector 52">
            <a:extLst>
              <a:ext uri="{FF2B5EF4-FFF2-40B4-BE49-F238E27FC236}">
                <a16:creationId xmlns:a16="http://schemas.microsoft.com/office/drawing/2014/main" id="{6C42FCDB-4459-39E5-63C4-5DCECB1F820C}"/>
              </a:ext>
            </a:extLst>
          </p:cNvPr>
          <p:cNvCxnSpPr>
            <a:cxnSpLocks/>
          </p:cNvCxnSpPr>
          <p:nvPr userDrawn="1"/>
        </p:nvCxnSpPr>
        <p:spPr>
          <a:xfrm>
            <a:off x="563412" y="4412630"/>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 Placeholder 47">
            <a:extLst>
              <a:ext uri="{FF2B5EF4-FFF2-40B4-BE49-F238E27FC236}">
                <a16:creationId xmlns:a16="http://schemas.microsoft.com/office/drawing/2014/main" id="{D9BC5705-EC9D-D2BB-D13E-6DCF41A2CFBA}"/>
              </a:ext>
            </a:extLst>
          </p:cNvPr>
          <p:cNvSpPr>
            <a:spLocks noGrp="1"/>
          </p:cNvSpPr>
          <p:nvPr>
            <p:ph type="body" sz="quarter" idx="31" hasCustomPrompt="1"/>
          </p:nvPr>
        </p:nvSpPr>
        <p:spPr>
          <a:xfrm>
            <a:off x="4755702" y="3538534"/>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55" name="Text Placeholder 3a">
            <a:extLst>
              <a:ext uri="{FF2B5EF4-FFF2-40B4-BE49-F238E27FC236}">
                <a16:creationId xmlns:a16="http://schemas.microsoft.com/office/drawing/2014/main" id="{63F87C57-352F-9F6B-1FEC-F82F24A89FD5}"/>
              </a:ext>
            </a:extLst>
          </p:cNvPr>
          <p:cNvSpPr>
            <a:spLocks noGrp="1"/>
          </p:cNvSpPr>
          <p:nvPr>
            <p:ph type="body" idx="32" hasCustomPrompt="1"/>
          </p:nvPr>
        </p:nvSpPr>
        <p:spPr>
          <a:xfrm>
            <a:off x="9960671" y="3541109"/>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cxnSp>
        <p:nvCxnSpPr>
          <p:cNvPr id="57" name="Straight Connector 56">
            <a:extLst>
              <a:ext uri="{FF2B5EF4-FFF2-40B4-BE49-F238E27FC236}">
                <a16:creationId xmlns:a16="http://schemas.microsoft.com/office/drawing/2014/main" id="{7691468D-335A-5F09-ECAE-A20FF3432172}"/>
              </a:ext>
            </a:extLst>
          </p:cNvPr>
          <p:cNvCxnSpPr>
            <a:cxnSpLocks/>
          </p:cNvCxnSpPr>
          <p:nvPr userDrawn="1"/>
        </p:nvCxnSpPr>
        <p:spPr>
          <a:xfrm>
            <a:off x="563411" y="5409319"/>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Text Placeholder 3a">
            <a:extLst>
              <a:ext uri="{FF2B5EF4-FFF2-40B4-BE49-F238E27FC236}">
                <a16:creationId xmlns:a16="http://schemas.microsoft.com/office/drawing/2014/main" id="{6A205F7E-A1D0-35BC-AC88-4EDB1ABA180C}"/>
              </a:ext>
            </a:extLst>
          </p:cNvPr>
          <p:cNvSpPr>
            <a:spLocks noGrp="1"/>
          </p:cNvSpPr>
          <p:nvPr>
            <p:ph type="body" idx="33" hasCustomPrompt="1"/>
          </p:nvPr>
        </p:nvSpPr>
        <p:spPr>
          <a:xfrm>
            <a:off x="575959" y="4543321"/>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0" name="Text Placeholder 47">
            <a:extLst>
              <a:ext uri="{FF2B5EF4-FFF2-40B4-BE49-F238E27FC236}">
                <a16:creationId xmlns:a16="http://schemas.microsoft.com/office/drawing/2014/main" id="{976843C5-C03A-A8D3-E5FA-0F07BFBDD774}"/>
              </a:ext>
            </a:extLst>
          </p:cNvPr>
          <p:cNvSpPr>
            <a:spLocks noGrp="1"/>
          </p:cNvSpPr>
          <p:nvPr>
            <p:ph type="body" sz="quarter" idx="34" hasCustomPrompt="1"/>
          </p:nvPr>
        </p:nvSpPr>
        <p:spPr>
          <a:xfrm>
            <a:off x="4755701" y="4540746"/>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61" name="Text Placeholder 3a">
            <a:extLst>
              <a:ext uri="{FF2B5EF4-FFF2-40B4-BE49-F238E27FC236}">
                <a16:creationId xmlns:a16="http://schemas.microsoft.com/office/drawing/2014/main" id="{99F72155-DC8E-FD59-347A-8E42F7539245}"/>
              </a:ext>
            </a:extLst>
          </p:cNvPr>
          <p:cNvSpPr>
            <a:spLocks noGrp="1"/>
          </p:cNvSpPr>
          <p:nvPr>
            <p:ph type="body" idx="35" hasCustomPrompt="1"/>
          </p:nvPr>
        </p:nvSpPr>
        <p:spPr>
          <a:xfrm>
            <a:off x="9960670" y="4543321"/>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2" name="Text Placeholder 3a">
            <a:extLst>
              <a:ext uri="{FF2B5EF4-FFF2-40B4-BE49-F238E27FC236}">
                <a16:creationId xmlns:a16="http://schemas.microsoft.com/office/drawing/2014/main" id="{46463B47-CA2F-FBD9-29CC-24F465D0AE42}"/>
              </a:ext>
            </a:extLst>
          </p:cNvPr>
          <p:cNvSpPr>
            <a:spLocks noGrp="1"/>
          </p:cNvSpPr>
          <p:nvPr>
            <p:ph type="body" idx="36" hasCustomPrompt="1"/>
          </p:nvPr>
        </p:nvSpPr>
        <p:spPr>
          <a:xfrm>
            <a:off x="588508" y="5556571"/>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4" name="Text Placeholder 47">
            <a:extLst>
              <a:ext uri="{FF2B5EF4-FFF2-40B4-BE49-F238E27FC236}">
                <a16:creationId xmlns:a16="http://schemas.microsoft.com/office/drawing/2014/main" id="{AE0584A6-3ABE-9106-5EC5-8BBE05F01F0E}"/>
              </a:ext>
            </a:extLst>
          </p:cNvPr>
          <p:cNvSpPr>
            <a:spLocks noGrp="1"/>
          </p:cNvSpPr>
          <p:nvPr>
            <p:ph type="body" sz="quarter" idx="37" hasCustomPrompt="1"/>
          </p:nvPr>
        </p:nvSpPr>
        <p:spPr>
          <a:xfrm>
            <a:off x="4768250" y="5553996"/>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65" name="Text Placeholder 3a">
            <a:extLst>
              <a:ext uri="{FF2B5EF4-FFF2-40B4-BE49-F238E27FC236}">
                <a16:creationId xmlns:a16="http://schemas.microsoft.com/office/drawing/2014/main" id="{670F6FAD-5A3C-11EB-6E81-8B16B52F81EF}"/>
              </a:ext>
            </a:extLst>
          </p:cNvPr>
          <p:cNvSpPr>
            <a:spLocks noGrp="1"/>
          </p:cNvSpPr>
          <p:nvPr>
            <p:ph type="body" idx="38" hasCustomPrompt="1"/>
          </p:nvPr>
        </p:nvSpPr>
        <p:spPr>
          <a:xfrm>
            <a:off x="9973219" y="5556571"/>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Tree>
    <p:extLst>
      <p:ext uri="{BB962C8B-B14F-4D97-AF65-F5344CB8AC3E}">
        <p14:creationId xmlns:p14="http://schemas.microsoft.com/office/powerpoint/2010/main" val="26044672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tent: split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0" y="0"/>
            <a:ext cx="4876801"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56468" y="572600"/>
            <a:ext cx="3984536" cy="787908"/>
          </a:xfrm>
        </p:spPr>
        <p:txBody>
          <a:bodyPr/>
          <a:lstStyle>
            <a:lvl1pPr>
              <a:defRPr>
                <a:solidFill>
                  <a:schemeClr val="bg1"/>
                </a:solidFill>
              </a:defRPr>
            </a:lvl1pPr>
          </a:lstStyle>
          <a:p>
            <a:r>
              <a:rPr lang="en-GB"/>
              <a:t>Click to edit Master title style</a:t>
            </a:r>
            <a:endParaRPr lang="en-US"/>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8" y="1887912"/>
            <a:ext cx="3148429" cy="550488"/>
          </a:xfrm>
          <a:prstGeom prst="rect">
            <a:avLst/>
          </a:prstGeom>
        </p:spPr>
        <p:txBody>
          <a:bodyPr anchor="t"/>
          <a:lstStyle>
            <a:lvl1pPr marL="0" indent="0">
              <a:lnSpc>
                <a:spcPct val="90000"/>
              </a:lnSpc>
              <a:spcAft>
                <a:spcPts val="0"/>
              </a:spcAft>
              <a:buNone/>
              <a:defRPr sz="1600" b="0" i="0">
                <a:solidFill>
                  <a:schemeClr val="accent2"/>
                </a:solidFill>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8" y="2598336"/>
            <a:ext cx="3148429" cy="3512832"/>
          </a:xfrm>
        </p:spPr>
        <p:txBody>
          <a:bodyPr/>
          <a:lstStyle>
            <a:lvl1pPr>
              <a:defRPr lang="en-US" sz="12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3" name="GTS_WH">
            <a:extLst>
              <a:ext uri="{FF2B5EF4-FFF2-40B4-BE49-F238E27FC236}">
                <a16:creationId xmlns:a16="http://schemas.microsoft.com/office/drawing/2014/main" id="{CE15062E-1BE5-ECEF-BF47-4CDD412B3BA7}"/>
              </a:ext>
              <a:ext uri="{C183D7F6-B498-43B3-948B-1728B52AA6E4}">
                <adec:decorative xmlns:adec="http://schemas.microsoft.com/office/drawing/2017/decorative" val="1"/>
              </a:ext>
            </a:extLst>
          </p:cNvPr>
          <p:cNvSpPr>
            <a:spLocks noChangeAspect="1"/>
          </p:cNvSpPr>
          <p:nvPr userDrawn="1"/>
        </p:nvSpPr>
        <p:spPr bwMode="black">
          <a:xfrm>
            <a:off x="56341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289597605"/>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ntent: list + image">
    <p:spTree>
      <p:nvGrpSpPr>
        <p:cNvPr id="1" name=""/>
        <p:cNvGrpSpPr/>
        <p:nvPr/>
      </p:nvGrpSpPr>
      <p:grpSpPr>
        <a:xfrm>
          <a:off x="0" y="0"/>
          <a:ext cx="0" cy="0"/>
          <a:chOff x="0" y="0"/>
          <a:chExt cx="0" cy="0"/>
        </a:xfrm>
      </p:grpSpPr>
      <p:sp>
        <p:nvSpPr>
          <p:cNvPr id="19" name="Text Placeholder 3">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7" y="3998977"/>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4">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7" y="4456176"/>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4" name="Text Placeholder 3">
            <a:extLst>
              <a:ext uri="{FF2B5EF4-FFF2-40B4-BE49-F238E27FC236}">
                <a16:creationId xmlns:a16="http://schemas.microsoft.com/office/drawing/2014/main" id="{B85B306C-DA4C-EE64-1727-749659F0A793}"/>
              </a:ext>
            </a:extLst>
          </p:cNvPr>
          <p:cNvSpPr>
            <a:spLocks noGrp="1"/>
          </p:cNvSpPr>
          <p:nvPr>
            <p:ph type="body" sz="quarter" idx="11" hasCustomPrompt="1"/>
          </p:nvPr>
        </p:nvSpPr>
        <p:spPr>
          <a:xfrm>
            <a:off x="563411" y="2472896"/>
            <a:ext cx="5171607" cy="384048"/>
          </a:xfrm>
          <a:prstGeom prst="rect">
            <a:avLst/>
          </a:prstGeom>
        </p:spPr>
        <p:txBody>
          <a:bodyPr anchor="t"/>
          <a:lstStyle>
            <a:lvl1pPr marL="0" indent="0">
              <a:spcAft>
                <a:spcPts val="0"/>
              </a:spcAft>
              <a:buNone/>
              <a:defRPr lang="en-US" sz="1800" b="0" i="0" kern="1200">
                <a:solidFill>
                  <a:schemeClr val="tx1"/>
                </a:solidFill>
                <a:latin typeface="Graphik" panose="020B0503030202060203" pitchFamily="34" charset="77"/>
                <a:ea typeface="+mn-ea"/>
                <a:cs typeface="+mn-cs"/>
              </a:defRPr>
            </a:lvl1pPr>
          </a:lstStyle>
          <a:p>
            <a:pPr marL="0" lvl="0" indent="0" algn="l" defTabSz="228594" rtl="0" eaLnBrk="1" latinLnBrk="0" hangingPunct="1">
              <a:lnSpc>
                <a:spcPct val="100000"/>
              </a:lnSpc>
              <a:spcBef>
                <a:spcPts val="0"/>
              </a:spcBef>
              <a:spcAft>
                <a:spcPts val="0"/>
              </a:spcAft>
              <a:buFont typeface="Arial" panose="020B0604020202020204" pitchFamily="34" charset="0"/>
              <a:buNone/>
            </a:pPr>
            <a:r>
              <a:rPr lang="en-GB"/>
              <a:t>Place subtitle here in </a:t>
            </a:r>
            <a:r>
              <a:rPr lang="en-GB" err="1"/>
              <a:t>Graphik</a:t>
            </a:r>
            <a:endParaRPr lang="en-US"/>
          </a:p>
        </p:txBody>
      </p:sp>
      <p:sp>
        <p:nvSpPr>
          <p:cNvPr id="10" name="Text Placeholder 3">
            <a:extLst>
              <a:ext uri="{FF2B5EF4-FFF2-40B4-BE49-F238E27FC236}">
                <a16:creationId xmlns:a16="http://schemas.microsoft.com/office/drawing/2014/main" id="{7B5BFA1F-5247-B9BC-754B-6AAF3E525A0B}"/>
              </a:ext>
            </a:extLst>
          </p:cNvPr>
          <p:cNvSpPr>
            <a:spLocks noGrp="1"/>
          </p:cNvSpPr>
          <p:nvPr>
            <p:ph type="body" idx="34" hasCustomPrompt="1"/>
          </p:nvPr>
        </p:nvSpPr>
        <p:spPr>
          <a:xfrm>
            <a:off x="2843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11" name="Text Placeholder 4">
            <a:extLst>
              <a:ext uri="{FF2B5EF4-FFF2-40B4-BE49-F238E27FC236}">
                <a16:creationId xmlns:a16="http://schemas.microsoft.com/office/drawing/2014/main" id="{097F6A55-E927-3DDC-C6BC-9E4F7D33849E}"/>
              </a:ext>
            </a:extLst>
          </p:cNvPr>
          <p:cNvSpPr>
            <a:spLocks noGrp="1"/>
          </p:cNvSpPr>
          <p:nvPr>
            <p:ph type="body" idx="35" hasCustomPrompt="1"/>
          </p:nvPr>
        </p:nvSpPr>
        <p:spPr>
          <a:xfrm>
            <a:off x="2843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0" name="Text Placeholder 3">
            <a:extLst>
              <a:ext uri="{FF2B5EF4-FFF2-40B4-BE49-F238E27FC236}">
                <a16:creationId xmlns:a16="http://schemas.microsoft.com/office/drawing/2014/main" id="{96A48BF3-8AA9-50DC-49B0-265A2B870BDA}"/>
              </a:ext>
            </a:extLst>
          </p:cNvPr>
          <p:cNvSpPr>
            <a:spLocks noGrp="1"/>
          </p:cNvSpPr>
          <p:nvPr>
            <p:ph type="body" idx="37" hasCustomPrompt="1"/>
          </p:nvPr>
        </p:nvSpPr>
        <p:spPr>
          <a:xfrm>
            <a:off x="5118171"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3" name="Text Placeholder 4">
            <a:extLst>
              <a:ext uri="{FF2B5EF4-FFF2-40B4-BE49-F238E27FC236}">
                <a16:creationId xmlns:a16="http://schemas.microsoft.com/office/drawing/2014/main" id="{6CA89A9C-8BF9-8CDF-3629-2C1B8ED659BD}"/>
              </a:ext>
            </a:extLst>
          </p:cNvPr>
          <p:cNvSpPr>
            <a:spLocks noGrp="1"/>
          </p:cNvSpPr>
          <p:nvPr>
            <p:ph type="body" idx="38" hasCustomPrompt="1"/>
          </p:nvPr>
        </p:nvSpPr>
        <p:spPr>
          <a:xfrm>
            <a:off x="5125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34" name="Text Placeholder 3">
            <a:extLst>
              <a:ext uri="{FF2B5EF4-FFF2-40B4-BE49-F238E27FC236}">
                <a16:creationId xmlns:a16="http://schemas.microsoft.com/office/drawing/2014/main" id="{DC7DFE68-FFE1-E798-3629-CF0323B2195E}"/>
              </a:ext>
            </a:extLst>
          </p:cNvPr>
          <p:cNvSpPr>
            <a:spLocks noGrp="1"/>
          </p:cNvSpPr>
          <p:nvPr>
            <p:ph type="body" idx="40" hasCustomPrompt="1"/>
          </p:nvPr>
        </p:nvSpPr>
        <p:spPr>
          <a:xfrm>
            <a:off x="7407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5" name="Text Placeholder 4">
            <a:extLst>
              <a:ext uri="{FF2B5EF4-FFF2-40B4-BE49-F238E27FC236}">
                <a16:creationId xmlns:a16="http://schemas.microsoft.com/office/drawing/2014/main" id="{0A5C4BB7-F326-497E-84F9-02B889C225A4}"/>
              </a:ext>
            </a:extLst>
          </p:cNvPr>
          <p:cNvSpPr>
            <a:spLocks noGrp="1"/>
          </p:cNvSpPr>
          <p:nvPr>
            <p:ph type="body" idx="41" hasCustomPrompt="1"/>
          </p:nvPr>
        </p:nvSpPr>
        <p:spPr>
          <a:xfrm>
            <a:off x="7407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 name="Title 1">
            <a:extLst>
              <a:ext uri="{FF2B5EF4-FFF2-40B4-BE49-F238E27FC236}">
                <a16:creationId xmlns:a16="http://schemas.microsoft.com/office/drawing/2014/main" id="{2A8000A6-6DCD-FF31-392B-5CD7870A0353}"/>
              </a:ext>
            </a:extLst>
          </p:cNvPr>
          <p:cNvSpPr>
            <a:spLocks noGrp="1"/>
          </p:cNvSpPr>
          <p:nvPr>
            <p:ph type="title"/>
          </p:nvPr>
        </p:nvSpPr>
        <p:spPr>
          <a:xfrm>
            <a:off x="554568" y="1515429"/>
            <a:ext cx="5175672" cy="886396"/>
          </a:xfrm>
        </p:spPr>
        <p:txBody>
          <a:bodyPr anchor="b"/>
          <a:lstStyle/>
          <a:p>
            <a:r>
              <a:rPr lang="en-GB"/>
              <a:t>Click to edit Master title style</a:t>
            </a:r>
            <a:endParaRPr lang="en-US"/>
          </a:p>
        </p:txBody>
      </p:sp>
      <p:sp>
        <p:nvSpPr>
          <p:cNvPr id="6" name="Picture Placeholder 5">
            <a:extLst>
              <a:ext uri="{FF2B5EF4-FFF2-40B4-BE49-F238E27FC236}">
                <a16:creationId xmlns:a16="http://schemas.microsoft.com/office/drawing/2014/main" id="{5783FD05-DB3B-FD57-46A5-ACA36397CBF3}"/>
              </a:ext>
            </a:extLst>
          </p:cNvPr>
          <p:cNvSpPr>
            <a:spLocks noGrp="1"/>
          </p:cNvSpPr>
          <p:nvPr>
            <p:ph type="pic" sz="quarter" idx="42"/>
          </p:nvPr>
        </p:nvSpPr>
        <p:spPr>
          <a:xfrm>
            <a:off x="6692901" y="0"/>
            <a:ext cx="5499100" cy="3429000"/>
          </a:xfrm>
          <a:solidFill>
            <a:schemeClr val="bg1">
              <a:lumMod val="95000"/>
            </a:schemeClr>
          </a:solidFill>
        </p:spPr>
        <p:txBody>
          <a:bodyPr anchor="ctr"/>
          <a:lstStyle>
            <a:lvl1pPr algn="ctr">
              <a:defRPr/>
            </a:lvl1pPr>
          </a:lstStyle>
          <a:p>
            <a:r>
              <a:rPr lang="en-GB"/>
              <a:t>Click icon to add picture</a:t>
            </a:r>
            <a:endParaRPr lang="en-US"/>
          </a:p>
        </p:txBody>
      </p:sp>
      <p:sp>
        <p:nvSpPr>
          <p:cNvPr id="7" name="Text Placeholder 3">
            <a:extLst>
              <a:ext uri="{FF2B5EF4-FFF2-40B4-BE49-F238E27FC236}">
                <a16:creationId xmlns:a16="http://schemas.microsoft.com/office/drawing/2014/main" id="{636E3600-1199-1547-D313-449C38319BD9}"/>
              </a:ext>
            </a:extLst>
          </p:cNvPr>
          <p:cNvSpPr>
            <a:spLocks noGrp="1"/>
          </p:cNvSpPr>
          <p:nvPr>
            <p:ph type="body" idx="43" hasCustomPrompt="1"/>
          </p:nvPr>
        </p:nvSpPr>
        <p:spPr>
          <a:xfrm>
            <a:off x="9689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8" name="Text Placeholder 4">
            <a:extLst>
              <a:ext uri="{FF2B5EF4-FFF2-40B4-BE49-F238E27FC236}">
                <a16:creationId xmlns:a16="http://schemas.microsoft.com/office/drawing/2014/main" id="{3D84B231-1D63-35B5-7ECE-7094A7C3BD42}"/>
              </a:ext>
            </a:extLst>
          </p:cNvPr>
          <p:cNvSpPr>
            <a:spLocks noGrp="1"/>
          </p:cNvSpPr>
          <p:nvPr>
            <p:ph type="body" idx="44" hasCustomPrompt="1"/>
          </p:nvPr>
        </p:nvSpPr>
        <p:spPr>
          <a:xfrm>
            <a:off x="9689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Tree>
    <p:extLst>
      <p:ext uri="{BB962C8B-B14F-4D97-AF65-F5344CB8AC3E}">
        <p14:creationId xmlns:p14="http://schemas.microsoft.com/office/powerpoint/2010/main" val="895925855"/>
      </p:ext>
    </p:extLst>
  </p:cSld>
  <p:clrMapOvr>
    <a:masterClrMapping/>
  </p:clrMapOvr>
  <p:extLst>
    <p:ext uri="{DCECCB84-F9BA-43D5-87BE-67443E8EF086}">
      <p15:sldGuideLst xmlns:p15="http://schemas.microsoft.com/office/powerpoint/2012/main">
        <p15:guide id="1" orient="horz" pos="2775">
          <p15:clr>
            <a:srgbClr val="C35EA4"/>
          </p15:clr>
        </p15:guide>
        <p15:guide id="2" orient="horz" pos="699">
          <p15:clr>
            <a:srgbClr val="547EBF"/>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ontent: text + spli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7839456" y="0"/>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56467" y="572600"/>
            <a:ext cx="6757704" cy="393954"/>
          </a:xfrm>
        </p:spPr>
        <p:txBody>
          <a:bodyPr/>
          <a:lstStyle/>
          <a:p>
            <a:r>
              <a:rPr lang="en-GB"/>
              <a:t>Click to edit Master title style</a:t>
            </a:r>
            <a:endParaRPr lang="en-US"/>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8" y="2330533"/>
            <a:ext cx="3148429"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8" y="1887912"/>
            <a:ext cx="3148429" cy="256198"/>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17" name="Text Placeholder 47">
            <a:extLst>
              <a:ext uri="{FF2B5EF4-FFF2-40B4-BE49-F238E27FC236}">
                <a16:creationId xmlns:a16="http://schemas.microsoft.com/office/drawing/2014/main" id="{8ED52606-50DB-73E6-95EA-D88B274B22CD}"/>
              </a:ext>
            </a:extLst>
          </p:cNvPr>
          <p:cNvSpPr>
            <a:spLocks noGrp="1"/>
          </p:cNvSpPr>
          <p:nvPr>
            <p:ph type="body" sz="quarter" idx="30" hasCustomPrompt="1"/>
          </p:nvPr>
        </p:nvSpPr>
        <p:spPr>
          <a:xfrm>
            <a:off x="4135240" y="2330533"/>
            <a:ext cx="3148429"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8" name="Text Placeholder 3a">
            <a:extLst>
              <a:ext uri="{FF2B5EF4-FFF2-40B4-BE49-F238E27FC236}">
                <a16:creationId xmlns:a16="http://schemas.microsoft.com/office/drawing/2014/main" id="{AA248D68-4226-2C8B-DAF1-EBBE3A60A940}"/>
              </a:ext>
            </a:extLst>
          </p:cNvPr>
          <p:cNvSpPr>
            <a:spLocks noGrp="1"/>
          </p:cNvSpPr>
          <p:nvPr>
            <p:ph type="body" idx="31" hasCustomPrompt="1"/>
          </p:nvPr>
        </p:nvSpPr>
        <p:spPr>
          <a:xfrm>
            <a:off x="4135240" y="1887912"/>
            <a:ext cx="3148429" cy="256198"/>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3" name="copyright">
            <a:extLst>
              <a:ext uri="{FF2B5EF4-FFF2-40B4-BE49-F238E27FC236}">
                <a16:creationId xmlns:a16="http://schemas.microsoft.com/office/drawing/2014/main" id="{1BFF566D-EEFC-0454-54B0-66CBAB8DA700}"/>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B0F19C31-6554-B271-0340-EE09C970123A}"/>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255828541"/>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ontent: 1 column + split">
    <p:spTree>
      <p:nvGrpSpPr>
        <p:cNvPr id="1" name=""/>
        <p:cNvGrpSpPr/>
        <p:nvPr/>
      </p:nvGrpSpPr>
      <p:grpSpPr>
        <a:xfrm>
          <a:off x="0" y="0"/>
          <a:ext cx="0" cy="0"/>
          <a:chOff x="0" y="0"/>
          <a:chExt cx="0" cy="0"/>
        </a:xfrm>
      </p:grpSpPr>
      <p:sp>
        <p:nvSpPr>
          <p:cNvPr id="7" name="Content Placeholder 4">
            <a:extLst>
              <a:ext uri="{FF2B5EF4-FFF2-40B4-BE49-F238E27FC236}">
                <a16:creationId xmlns:a16="http://schemas.microsoft.com/office/drawing/2014/main" id="{9917C584-C28F-B584-7B0F-55FA025AE20A}"/>
              </a:ext>
            </a:extLst>
          </p:cNvPr>
          <p:cNvSpPr>
            <a:spLocks noGrp="1"/>
          </p:cNvSpPr>
          <p:nvPr>
            <p:ph sz="half" idx="23" hasCustomPrompt="1"/>
          </p:nvPr>
        </p:nvSpPr>
        <p:spPr>
          <a:xfrm>
            <a:off x="563411" y="1871331"/>
            <a:ext cx="6898434" cy="4258007"/>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 name="Rectangle 1">
            <a:extLst>
              <a:ext uri="{FF2B5EF4-FFF2-40B4-BE49-F238E27FC236}">
                <a16:creationId xmlns:a16="http://schemas.microsoft.com/office/drawing/2014/main" id="{7CADDCEF-8841-4D73-EAEB-25E159BD364A}"/>
              </a:ext>
            </a:extLst>
          </p:cNvPr>
          <p:cNvSpPr/>
          <p:nvPr userDrawn="1"/>
        </p:nvSpPr>
        <p:spPr>
          <a:xfrm>
            <a:off x="7839456" y="0"/>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8" name="Title 2">
            <a:extLst>
              <a:ext uri="{FF2B5EF4-FFF2-40B4-BE49-F238E27FC236}">
                <a16:creationId xmlns:a16="http://schemas.microsoft.com/office/drawing/2014/main" id="{5D3D732C-3732-CD02-EAC3-668BD05D5AF0}"/>
              </a:ext>
            </a:extLst>
          </p:cNvPr>
          <p:cNvSpPr>
            <a:spLocks noGrp="1"/>
          </p:cNvSpPr>
          <p:nvPr>
            <p:ph type="title"/>
          </p:nvPr>
        </p:nvSpPr>
        <p:spPr>
          <a:xfrm>
            <a:off x="556467" y="572600"/>
            <a:ext cx="6898434" cy="393954"/>
          </a:xfrm>
        </p:spPr>
        <p:txBody>
          <a:bodyPr/>
          <a:lstStyle/>
          <a:p>
            <a:r>
              <a:rPr lang="en-GB"/>
              <a:t>Click to edit Master title style</a:t>
            </a:r>
            <a:endParaRPr lang="en-US"/>
          </a:p>
        </p:txBody>
      </p:sp>
      <p:sp>
        <p:nvSpPr>
          <p:cNvPr id="3" name="Text Placeholder 47">
            <a:extLst>
              <a:ext uri="{FF2B5EF4-FFF2-40B4-BE49-F238E27FC236}">
                <a16:creationId xmlns:a16="http://schemas.microsoft.com/office/drawing/2014/main" id="{48660C5F-04AB-D437-8D1D-398DD42B6654}"/>
              </a:ext>
            </a:extLst>
          </p:cNvPr>
          <p:cNvSpPr>
            <a:spLocks noGrp="1"/>
          </p:cNvSpPr>
          <p:nvPr>
            <p:ph type="body" sz="quarter" idx="28" hasCustomPrompt="1"/>
          </p:nvPr>
        </p:nvSpPr>
        <p:spPr>
          <a:xfrm>
            <a:off x="8492709" y="2254789"/>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9" name="Text Placeholder 47">
            <a:extLst>
              <a:ext uri="{FF2B5EF4-FFF2-40B4-BE49-F238E27FC236}">
                <a16:creationId xmlns:a16="http://schemas.microsoft.com/office/drawing/2014/main" id="{87445057-4F7B-3130-60F5-D78783A22201}"/>
              </a:ext>
            </a:extLst>
          </p:cNvPr>
          <p:cNvSpPr>
            <a:spLocks noGrp="1"/>
          </p:cNvSpPr>
          <p:nvPr>
            <p:ph type="body" sz="quarter" idx="29" hasCustomPrompt="1"/>
          </p:nvPr>
        </p:nvSpPr>
        <p:spPr>
          <a:xfrm>
            <a:off x="8492709" y="3223267"/>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10" name="Text Placeholder 47">
            <a:extLst>
              <a:ext uri="{FF2B5EF4-FFF2-40B4-BE49-F238E27FC236}">
                <a16:creationId xmlns:a16="http://schemas.microsoft.com/office/drawing/2014/main" id="{7153D109-A742-E656-63F7-1203E6EBAA15}"/>
              </a:ext>
            </a:extLst>
          </p:cNvPr>
          <p:cNvSpPr>
            <a:spLocks noGrp="1"/>
          </p:cNvSpPr>
          <p:nvPr>
            <p:ph type="body" sz="quarter" idx="30" hasCustomPrompt="1"/>
          </p:nvPr>
        </p:nvSpPr>
        <p:spPr>
          <a:xfrm>
            <a:off x="8492709" y="4191745"/>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6" name="copyright">
            <a:extLst>
              <a:ext uri="{FF2B5EF4-FFF2-40B4-BE49-F238E27FC236}">
                <a16:creationId xmlns:a16="http://schemas.microsoft.com/office/drawing/2014/main" id="{C773503D-16B0-06FF-353B-F4C73BE165A6}"/>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11" name="slide number automatic">
            <a:extLst>
              <a:ext uri="{FF2B5EF4-FFF2-40B4-BE49-F238E27FC236}">
                <a16:creationId xmlns:a16="http://schemas.microsoft.com/office/drawing/2014/main" id="{922D4837-A73E-8289-1E8F-AD0D5C3080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892450881"/>
      </p:ext>
    </p:extLst>
  </p:cSld>
  <p:clrMapOvr>
    <a:masterClrMapping/>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Quote: image + white mode">
    <p:bg>
      <p:bgPr>
        <a:solidFill>
          <a:schemeClr val="bg1"/>
        </a:solidFill>
        <a:effectLst/>
      </p:bgPr>
    </p:bg>
    <p:spTree>
      <p:nvGrpSpPr>
        <p:cNvPr id="1" name=""/>
        <p:cNvGrpSpPr/>
        <p:nvPr/>
      </p:nvGrpSpPr>
      <p:grpSpPr>
        <a:xfrm>
          <a:off x="0" y="0"/>
          <a:ext cx="0" cy="0"/>
          <a:chOff x="0" y="0"/>
          <a:chExt cx="0" cy="0"/>
        </a:xfrm>
      </p:grpSpPr>
      <p:sp>
        <p:nvSpPr>
          <p:cNvPr id="5" name="Picture Placeholder 10">
            <a:extLst>
              <a:ext uri="{FF2B5EF4-FFF2-40B4-BE49-F238E27FC236}">
                <a16:creationId xmlns:a16="http://schemas.microsoft.com/office/drawing/2014/main" id="{85F087B1-CDA4-427D-C33A-06F752C0B04F}"/>
              </a:ext>
            </a:extLst>
          </p:cNvPr>
          <p:cNvSpPr>
            <a:spLocks noGrp="1" noChangeAspect="1"/>
          </p:cNvSpPr>
          <p:nvPr>
            <p:ph type="pic" sz="quarter" idx="16"/>
          </p:nvPr>
        </p:nvSpPr>
        <p:spPr>
          <a:xfrm>
            <a:off x="6099351" y="549276"/>
            <a:ext cx="6091200" cy="5759450"/>
          </a:xfrm>
          <a:solidFill>
            <a:schemeClr val="bg1">
              <a:lumMod val="95000"/>
            </a:schemeClr>
          </a:solidFill>
        </p:spPr>
        <p:txBody>
          <a:bodyPr anchor="ctr"/>
          <a:lstStyle>
            <a:lvl1pPr algn="ctr">
              <a:defRPr>
                <a:solidFill>
                  <a:schemeClr val="tx1"/>
                </a:solidFill>
              </a:defRPr>
            </a:lvl1pPr>
          </a:lstStyle>
          <a:p>
            <a:r>
              <a:rPr lang="en-GB"/>
              <a:t>Click icon to add picture</a:t>
            </a:r>
            <a:endParaRPr lang="en-US"/>
          </a:p>
        </p:txBody>
      </p:sp>
      <p:sp>
        <p:nvSpPr>
          <p:cNvPr id="2" name="Title 1">
            <a:extLst>
              <a:ext uri="{FF2B5EF4-FFF2-40B4-BE49-F238E27FC236}">
                <a16:creationId xmlns:a16="http://schemas.microsoft.com/office/drawing/2014/main" id="{1A550722-1BF3-D08F-D5F2-F357EE4FD5A8}"/>
              </a:ext>
            </a:extLst>
          </p:cNvPr>
          <p:cNvSpPr>
            <a:spLocks noGrp="1"/>
          </p:cNvSpPr>
          <p:nvPr>
            <p:ph type="title" hasCustomPrompt="1"/>
          </p:nvPr>
        </p:nvSpPr>
        <p:spPr>
          <a:xfrm>
            <a:off x="1163638" y="3033307"/>
            <a:ext cx="4489017" cy="398699"/>
          </a:xfrm>
          <a:prstGeom prst="rect">
            <a:avLst/>
          </a:prstGeom>
        </p:spPr>
        <p:txBody>
          <a:bodyPr anchor="ctr"/>
          <a:lstStyle>
            <a:lvl1pPr>
              <a:lnSpc>
                <a:spcPct val="100000"/>
              </a:lnSpc>
              <a:defRPr lang="en-US" sz="3200" b="0" i="0" kern="1200">
                <a:solidFill>
                  <a:schemeClr val="tx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Tree>
    <p:extLst>
      <p:ext uri="{BB962C8B-B14F-4D97-AF65-F5344CB8AC3E}">
        <p14:creationId xmlns:p14="http://schemas.microsoft.com/office/powerpoint/2010/main" val="112322202"/>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Quote: image + dark mode">
    <p:bg>
      <p:bgPr>
        <a:solidFill>
          <a:srgbClr val="000000"/>
        </a:solidFill>
        <a:effectLst/>
      </p:bgPr>
    </p:bg>
    <p:spTree>
      <p:nvGrpSpPr>
        <p:cNvPr id="1" name=""/>
        <p:cNvGrpSpPr/>
        <p:nvPr/>
      </p:nvGrpSpPr>
      <p:grpSpPr>
        <a:xfrm>
          <a:off x="0" y="0"/>
          <a:ext cx="0" cy="0"/>
          <a:chOff x="0" y="0"/>
          <a:chExt cx="0" cy="0"/>
        </a:xfrm>
      </p:grpSpPr>
      <p:sp>
        <p:nvSpPr>
          <p:cNvPr id="5" name="Picture Placeholder 10">
            <a:extLst>
              <a:ext uri="{FF2B5EF4-FFF2-40B4-BE49-F238E27FC236}">
                <a16:creationId xmlns:a16="http://schemas.microsoft.com/office/drawing/2014/main" id="{85F087B1-CDA4-427D-C33A-06F752C0B04F}"/>
              </a:ext>
            </a:extLst>
          </p:cNvPr>
          <p:cNvSpPr>
            <a:spLocks noGrp="1" noChangeAspect="1"/>
          </p:cNvSpPr>
          <p:nvPr>
            <p:ph type="pic" sz="quarter" idx="16"/>
          </p:nvPr>
        </p:nvSpPr>
        <p:spPr>
          <a:xfrm>
            <a:off x="6099351" y="549276"/>
            <a:ext cx="6091200" cy="5759450"/>
          </a:xfrm>
        </p:spPr>
        <p:txBody>
          <a:bodyPr anchor="ctr"/>
          <a:lstStyle>
            <a:lvl1pPr algn="ctr">
              <a:defRPr/>
            </a:lvl1pPr>
          </a:lstStyle>
          <a:p>
            <a:r>
              <a:rPr lang="en-GB"/>
              <a:t>Click icon to add picture</a:t>
            </a:r>
            <a:endParaRPr lang="en-US"/>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2" name="Title 1">
            <a:extLst>
              <a:ext uri="{FF2B5EF4-FFF2-40B4-BE49-F238E27FC236}">
                <a16:creationId xmlns:a16="http://schemas.microsoft.com/office/drawing/2014/main" id="{4D0BE08F-518C-6621-8CFD-4A6B4150BC57}"/>
              </a:ext>
            </a:extLst>
          </p:cNvPr>
          <p:cNvSpPr>
            <a:spLocks noGrp="1"/>
          </p:cNvSpPr>
          <p:nvPr>
            <p:ph type="title" hasCustomPrompt="1"/>
          </p:nvPr>
        </p:nvSpPr>
        <p:spPr>
          <a:xfrm>
            <a:off x="1163638" y="1244185"/>
            <a:ext cx="4489017" cy="3976944"/>
          </a:xfrm>
          <a:prstGeom prst="rect">
            <a:avLst/>
          </a:prstGeom>
        </p:spPr>
        <p:txBody>
          <a:bodyPr anchor="ctr"/>
          <a:lstStyle>
            <a:lvl1pPr>
              <a:lnSpc>
                <a:spcPct val="100000"/>
              </a:lnSpc>
              <a:defRPr lang="en-US" sz="3200" b="0" i="0" kern="1200">
                <a:solidFill>
                  <a:schemeClr val="bg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
        <p:nvSpPr>
          <p:cNvPr id="3" name="copyright">
            <a:extLst>
              <a:ext uri="{FF2B5EF4-FFF2-40B4-BE49-F238E27FC236}">
                <a16:creationId xmlns:a16="http://schemas.microsoft.com/office/drawing/2014/main" id="{CDD1F25F-57C8-B39C-4928-D5758551C5BE}"/>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5E3D15D-8C37-9915-8ED3-632625C6F4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591205097"/>
      </p:ext>
    </p:extLst>
  </p:cSld>
  <p:clrMapOvr>
    <a:masterClrMapping/>
  </p:clrMapOvr>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Quote: image + gradient">
    <p:spTree>
      <p:nvGrpSpPr>
        <p:cNvPr id="1" name=""/>
        <p:cNvGrpSpPr/>
        <p:nvPr/>
      </p:nvGrpSpPr>
      <p:grpSpPr>
        <a:xfrm>
          <a:off x="0" y="0"/>
          <a:ext cx="0" cy="0"/>
          <a:chOff x="0" y="0"/>
          <a:chExt cx="0" cy="0"/>
        </a:xfrm>
      </p:grpSpPr>
      <p:pic>
        <p:nvPicPr>
          <p:cNvPr id="4" name="Picture 3" descr="A purple and white blurry background&#10;&#10;AI-generated content may be incorrect.">
            <a:extLst>
              <a:ext uri="{FF2B5EF4-FFF2-40B4-BE49-F238E27FC236}">
                <a16:creationId xmlns:a16="http://schemas.microsoft.com/office/drawing/2014/main" id="{A383F73A-0DDB-6544-ADBF-6FC2D5357A9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11" name="Picture Placeholder 10">
            <a:extLst>
              <a:ext uri="{FF2B5EF4-FFF2-40B4-BE49-F238E27FC236}">
                <a16:creationId xmlns:a16="http://schemas.microsoft.com/office/drawing/2014/main" id="{C176B75E-8527-3123-1BF5-5C5B849F38C1}"/>
              </a:ext>
            </a:extLst>
          </p:cNvPr>
          <p:cNvSpPr>
            <a:spLocks noGrp="1" noChangeAspect="1"/>
          </p:cNvSpPr>
          <p:nvPr>
            <p:ph type="pic" sz="quarter" idx="16"/>
          </p:nvPr>
        </p:nvSpPr>
        <p:spPr>
          <a:xfrm>
            <a:off x="6103368" y="549275"/>
            <a:ext cx="6092648" cy="5759450"/>
          </a:xfrm>
        </p:spPr>
        <p:txBody>
          <a:bodyPr anchor="ctr"/>
          <a:lstStyle>
            <a:lvl1pPr algn="ctr">
              <a:defRPr/>
            </a:lvl1pPr>
          </a:lstStyle>
          <a:p>
            <a:r>
              <a:rPr lang="en-GB"/>
              <a:t>Click icon to add picture</a:t>
            </a:r>
            <a:endParaRPr lang="en-US"/>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3" name="copyright">
            <a:extLst>
              <a:ext uri="{FF2B5EF4-FFF2-40B4-BE49-F238E27FC236}">
                <a16:creationId xmlns:a16="http://schemas.microsoft.com/office/drawing/2014/main" id="{9A332159-0514-2C2D-4B40-662BCE968BE7}"/>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2250694F-F294-16BF-824E-C65B31D7824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2" name="Title 1">
            <a:extLst>
              <a:ext uri="{FF2B5EF4-FFF2-40B4-BE49-F238E27FC236}">
                <a16:creationId xmlns:a16="http://schemas.microsoft.com/office/drawing/2014/main" id="{0B7292A3-796A-5092-2636-A42C4142BA0C}"/>
              </a:ext>
            </a:extLst>
          </p:cNvPr>
          <p:cNvSpPr>
            <a:spLocks noGrp="1"/>
          </p:cNvSpPr>
          <p:nvPr>
            <p:ph type="title" hasCustomPrompt="1"/>
          </p:nvPr>
        </p:nvSpPr>
        <p:spPr>
          <a:xfrm>
            <a:off x="1163638" y="1319135"/>
            <a:ext cx="4489017" cy="3827044"/>
          </a:xfrm>
          <a:prstGeom prst="rect">
            <a:avLst/>
          </a:prstGeom>
        </p:spPr>
        <p:txBody>
          <a:bodyPr anchor="ctr"/>
          <a:lstStyle>
            <a:lvl1pPr>
              <a:lnSpc>
                <a:spcPct val="100000"/>
              </a:lnSpc>
              <a:defRPr lang="en-US" sz="3200" b="0" i="0" kern="1200">
                <a:solidFill>
                  <a:schemeClr val="bg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Tree>
    <p:extLst>
      <p:ext uri="{BB962C8B-B14F-4D97-AF65-F5344CB8AC3E}">
        <p14:creationId xmlns:p14="http://schemas.microsoft.com/office/powerpoint/2010/main" val="2272842032"/>
      </p:ext>
    </p:extLst>
  </p:cSld>
  <p:clrMapOvr>
    <a:masterClrMapping/>
  </p:clrMapOvr>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ontent: key message + image, light mo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554568" y="2838703"/>
            <a:ext cx="5098087" cy="787908"/>
          </a:xfrm>
          <a:prstGeom prst="rect">
            <a:avLst/>
          </a:prstGeom>
        </p:spPr>
        <p:txBody>
          <a:bodyPr anchor="ctr"/>
          <a:lstStyle>
            <a:lvl1pPr>
              <a:defRPr sz="3200" b="0" i="0">
                <a:solidFill>
                  <a:schemeClr val="tx1"/>
                </a:solidFill>
                <a:latin typeface="+mn-lt"/>
              </a:defRPr>
            </a:lvl1pPr>
          </a:lstStyle>
          <a:p>
            <a:r>
              <a:rPr lang="en-US"/>
              <a:t>Place quote or key message here</a:t>
            </a:r>
          </a:p>
        </p:txBody>
      </p:sp>
      <p:sp>
        <p:nvSpPr>
          <p:cNvPr id="3" name="Picture Placeholder 18">
            <a:extLst>
              <a:ext uri="{FF2B5EF4-FFF2-40B4-BE49-F238E27FC236}">
                <a16:creationId xmlns:a16="http://schemas.microsoft.com/office/drawing/2014/main" id="{65F763E4-6449-FB61-1EC3-49C208D39CBF}"/>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Tree>
    <p:extLst>
      <p:ext uri="{BB962C8B-B14F-4D97-AF65-F5344CB8AC3E}">
        <p14:creationId xmlns:p14="http://schemas.microsoft.com/office/powerpoint/2010/main" val="3184181315"/>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ntent: key message + image, gradient">
    <p:spTree>
      <p:nvGrpSpPr>
        <p:cNvPr id="1" name=""/>
        <p:cNvGrpSpPr/>
        <p:nvPr/>
      </p:nvGrpSpPr>
      <p:grpSpPr>
        <a:xfrm>
          <a:off x="0" y="0"/>
          <a:ext cx="0" cy="0"/>
          <a:chOff x="0" y="0"/>
          <a:chExt cx="0" cy="0"/>
        </a:xfrm>
      </p:grpSpPr>
      <p:pic>
        <p:nvPicPr>
          <p:cNvPr id="2" name="Picture 1" descr="A purple and white blurry background&#10;&#10;AI-generated content may be incorrect.">
            <a:extLst>
              <a:ext uri="{FF2B5EF4-FFF2-40B4-BE49-F238E27FC236}">
                <a16:creationId xmlns:a16="http://schemas.microsoft.com/office/drawing/2014/main" id="{9BD1E420-1BB8-094F-77D8-F027430B17F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0" name="Picture Placeholder 18">
            <a:extLst>
              <a:ext uri="{FF2B5EF4-FFF2-40B4-BE49-F238E27FC236}">
                <a16:creationId xmlns:a16="http://schemas.microsoft.com/office/drawing/2014/main" id="{9AA3B26C-CA7F-B4DF-EE34-75C3462C65F7}"/>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3" name="copyright">
            <a:extLst>
              <a:ext uri="{FF2B5EF4-FFF2-40B4-BE49-F238E27FC236}">
                <a16:creationId xmlns:a16="http://schemas.microsoft.com/office/drawing/2014/main" id="{8D5BD53D-6FAE-CF38-36EC-5B6A69250BA2}"/>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0F9A526-39EE-8272-4753-D784C27C5191}"/>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1" name="Title 1">
            <a:extLst>
              <a:ext uri="{FF2B5EF4-FFF2-40B4-BE49-F238E27FC236}">
                <a16:creationId xmlns:a16="http://schemas.microsoft.com/office/drawing/2014/main" id="{5761EBD1-EAAC-E1FA-6310-1DCDC89C84B6}"/>
              </a:ext>
            </a:extLst>
          </p:cNvPr>
          <p:cNvSpPr>
            <a:spLocks noGrp="1"/>
          </p:cNvSpPr>
          <p:nvPr>
            <p:ph type="title" hasCustomPrompt="1"/>
          </p:nvPr>
        </p:nvSpPr>
        <p:spPr>
          <a:xfrm>
            <a:off x="554568" y="2005263"/>
            <a:ext cx="5098087" cy="2454788"/>
          </a:xfrm>
          <a:prstGeom prst="rect">
            <a:avLst/>
          </a:prstGeom>
        </p:spPr>
        <p:txBody>
          <a:bodyPr anchor="ctr"/>
          <a:lstStyle>
            <a:lvl1pPr>
              <a:defRPr sz="3200" b="0" i="0">
                <a:solidFill>
                  <a:schemeClr val="bg1"/>
                </a:solidFill>
                <a:latin typeface="+mn-lt"/>
              </a:defRPr>
            </a:lvl1pPr>
          </a:lstStyle>
          <a:p>
            <a:r>
              <a:rPr lang="en-US"/>
              <a:t>Place quote or key message here</a:t>
            </a:r>
          </a:p>
        </p:txBody>
      </p:sp>
    </p:spTree>
    <p:extLst>
      <p:ext uri="{BB962C8B-B14F-4D97-AF65-F5344CB8AC3E}">
        <p14:creationId xmlns:p14="http://schemas.microsoft.com/office/powerpoint/2010/main" val="2145526212"/>
      </p:ext>
    </p:extLst>
  </p:cSld>
  <p:clrMapOvr>
    <a:masterClrMapping/>
  </p:clrMapOvr>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 key message + image, dark mode">
    <p:bg>
      <p:bgPr>
        <a:solidFill>
          <a:srgbClr val="000000"/>
        </a:solidFill>
        <a:effectLst/>
      </p:bgPr>
    </p:bg>
    <p:spTree>
      <p:nvGrpSpPr>
        <p:cNvPr id="1" name=""/>
        <p:cNvGrpSpPr/>
        <p:nvPr/>
      </p:nvGrpSpPr>
      <p:grpSpPr>
        <a:xfrm>
          <a:off x="0" y="0"/>
          <a:ext cx="0" cy="0"/>
          <a:chOff x="0" y="0"/>
          <a:chExt cx="0" cy="0"/>
        </a:xfrm>
      </p:grpSpPr>
      <p:sp>
        <p:nvSpPr>
          <p:cNvPr id="2" name="copyright">
            <a:extLst>
              <a:ext uri="{FF2B5EF4-FFF2-40B4-BE49-F238E27FC236}">
                <a16:creationId xmlns:a16="http://schemas.microsoft.com/office/drawing/2014/main" id="{54E44863-5E53-DDCD-5FA5-173816802E74}"/>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8" name="slide number automatic">
            <a:extLst>
              <a:ext uri="{FF2B5EF4-FFF2-40B4-BE49-F238E27FC236}">
                <a16:creationId xmlns:a16="http://schemas.microsoft.com/office/drawing/2014/main" id="{4F03B290-6E83-1A46-D0DD-7EDFE2CF4967}"/>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3" name="Title 1">
            <a:extLst>
              <a:ext uri="{FF2B5EF4-FFF2-40B4-BE49-F238E27FC236}">
                <a16:creationId xmlns:a16="http://schemas.microsoft.com/office/drawing/2014/main" id="{639540C7-90CF-ACE6-34AE-174CDEB46195}"/>
              </a:ext>
            </a:extLst>
          </p:cNvPr>
          <p:cNvSpPr>
            <a:spLocks noGrp="1"/>
          </p:cNvSpPr>
          <p:nvPr>
            <p:ph type="title" hasCustomPrompt="1"/>
          </p:nvPr>
        </p:nvSpPr>
        <p:spPr>
          <a:xfrm>
            <a:off x="554568" y="1941095"/>
            <a:ext cx="5098087" cy="2583124"/>
          </a:xfrm>
          <a:prstGeom prst="rect">
            <a:avLst/>
          </a:prstGeom>
        </p:spPr>
        <p:txBody>
          <a:bodyPr anchor="ctr"/>
          <a:lstStyle>
            <a:lvl1pPr>
              <a:defRPr sz="3200" b="0" i="0">
                <a:solidFill>
                  <a:schemeClr val="bg1"/>
                </a:solidFill>
                <a:latin typeface="+mn-lt"/>
              </a:defRPr>
            </a:lvl1pPr>
          </a:lstStyle>
          <a:p>
            <a:r>
              <a:rPr lang="en-US"/>
              <a:t>Place quote or key message here</a:t>
            </a:r>
          </a:p>
        </p:txBody>
      </p:sp>
      <p:sp>
        <p:nvSpPr>
          <p:cNvPr id="5" name="Picture Placeholder 18">
            <a:extLst>
              <a:ext uri="{FF2B5EF4-FFF2-40B4-BE49-F238E27FC236}">
                <a16:creationId xmlns:a16="http://schemas.microsoft.com/office/drawing/2014/main" id="{0E1008B6-7792-F7C1-448D-E26EBA7F66E1}"/>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Tree>
    <p:extLst>
      <p:ext uri="{BB962C8B-B14F-4D97-AF65-F5344CB8AC3E}">
        <p14:creationId xmlns:p14="http://schemas.microsoft.com/office/powerpoint/2010/main" val="2500144931"/>
      </p:ext>
    </p:extLst>
  </p:cSld>
  <p:clrMapOvr>
    <a:masterClrMapping/>
  </p:clrMapOvr>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Key message: light mode">
    <p:bg>
      <p:bgPr>
        <a:solidFill>
          <a:schemeClr val="tx1"/>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B9538720-5D87-005C-9D54-D7F07F69BE61}"/>
              </a:ext>
            </a:extLst>
          </p:cNvPr>
          <p:cNvSpPr txBox="1">
            <a:spLocks/>
          </p:cNvSpPr>
          <p:nvPr userDrawn="1"/>
        </p:nvSpPr>
        <p:spPr>
          <a:xfrm>
            <a:off x="7315200" y="6384001"/>
            <a:ext cx="4114800" cy="198319"/>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94">
              <a:spcAft>
                <a:spcPts val="1200"/>
              </a:spcAft>
              <a:defRPr/>
            </a:pPr>
            <a:r>
              <a:rPr lang="en-US" sz="800" b="0" i="0">
                <a:solidFill>
                  <a:schemeClr val="bg1"/>
                </a:solidFill>
                <a:latin typeface="Graphik" panose="020B0503030202060203" pitchFamily="34" charset="77"/>
              </a:rPr>
              <a:t>Copyright © 2025 Accenture. All rights reserved.</a:t>
            </a:r>
          </a:p>
        </p:txBody>
      </p:sp>
      <p:sp>
        <p:nvSpPr>
          <p:cNvPr id="8" name="Slide number automatic">
            <a:extLst>
              <a:ext uri="{FF2B5EF4-FFF2-40B4-BE49-F238E27FC236}">
                <a16:creationId xmlns:a16="http://schemas.microsoft.com/office/drawing/2014/main" id="{4FE121F1-B169-11A8-1F63-C705FECD0AAA}"/>
              </a:ext>
            </a:extLst>
          </p:cNvPr>
          <p:cNvSpPr txBox="1">
            <a:spLocks/>
          </p:cNvSpPr>
          <p:nvPr userDrawn="1"/>
        </p:nvSpPr>
        <p:spPr>
          <a:xfrm>
            <a:off x="11484000" y="6384001"/>
            <a:ext cx="327600" cy="198319"/>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r" defTabSz="914377" rtl="0" eaLnBrk="1" latinLnBrk="0" hangingPunct="1">
              <a:spcAft>
                <a:spcPts val="1200"/>
              </a:spcAft>
              <a:defRPr/>
            </a:pPr>
            <a:fld id="{73F1C454-A9D8-014C-8BFC-BAC2D203B5DF}" type="slidenum">
              <a:rPr lang="en-US" sz="800" b="0" i="0" kern="1200">
                <a:solidFill>
                  <a:schemeClr val="bg1"/>
                </a:solidFill>
                <a:latin typeface="Graphik" panose="020B0503030202060203" pitchFamily="34" charset="77"/>
                <a:ea typeface="+mn-ea"/>
                <a:cs typeface="+mn-cs"/>
              </a:rPr>
              <a:pPr marL="0" algn="r" defTabSz="914377" rtl="0" eaLnBrk="1" latinLnBrk="0" hangingPunct="1">
                <a:spcAft>
                  <a:spcPts val="1200"/>
                </a:spcAft>
                <a:defRPr/>
              </a:pPr>
              <a:t>‹#›</a:t>
            </a:fld>
            <a:endParaRPr lang="en-US" sz="800" b="0" i="0" kern="1200">
              <a:solidFill>
                <a:schemeClr val="bg1"/>
              </a:solidFill>
              <a:latin typeface="Graphik" panose="020B0503030202060203" pitchFamily="34" charset="77"/>
              <a:ea typeface="+mn-ea"/>
              <a:cs typeface="+mn-cs"/>
            </a:endParaRPr>
          </a:p>
        </p:txBody>
      </p:sp>
      <p:sp>
        <p:nvSpPr>
          <p:cNvPr id="2" name="Title 1">
            <a:extLst>
              <a:ext uri="{FF2B5EF4-FFF2-40B4-BE49-F238E27FC236}">
                <a16:creationId xmlns:a16="http://schemas.microsoft.com/office/drawing/2014/main" id="{97274A5B-9D05-0703-63C7-382088724F28}"/>
              </a:ext>
            </a:extLst>
          </p:cNvPr>
          <p:cNvSpPr>
            <a:spLocks noGrp="1"/>
          </p:cNvSpPr>
          <p:nvPr>
            <p:ph type="title" hasCustomPrompt="1"/>
          </p:nvPr>
        </p:nvSpPr>
        <p:spPr>
          <a:xfrm>
            <a:off x="1163638" y="3179796"/>
            <a:ext cx="7200000" cy="498406"/>
          </a:xfrm>
          <a:prstGeom prst="rect">
            <a:avLst/>
          </a:prstGeom>
        </p:spPr>
        <p:txBody>
          <a:bodyPr anchor="ctr"/>
          <a:lstStyle>
            <a:lvl1pPr algn="l" defTabSz="914377" rtl="0" eaLnBrk="1" latinLnBrk="0" hangingPunct="1">
              <a:lnSpc>
                <a:spcPct val="80000"/>
              </a:lnSpc>
              <a:spcBef>
                <a:spcPct val="0"/>
              </a:spcBef>
              <a:buNone/>
              <a:defRPr lang="en-US" sz="4000" b="0" i="0" kern="1200">
                <a:solidFill>
                  <a:srgbClr val="000000"/>
                </a:solidFill>
                <a:latin typeface="GT Sectra Fine Rg" pitchFamily="2" charset="77"/>
                <a:ea typeface="+mj-ea"/>
                <a:cs typeface="+mj-cs"/>
              </a:defRPr>
            </a:lvl1pPr>
          </a:lstStyle>
          <a:p>
            <a:r>
              <a:rPr lang="en-US"/>
              <a:t>Click to edit key message style</a:t>
            </a:r>
          </a:p>
        </p:txBody>
      </p:sp>
    </p:spTree>
    <p:extLst>
      <p:ext uri="{BB962C8B-B14F-4D97-AF65-F5344CB8AC3E}">
        <p14:creationId xmlns:p14="http://schemas.microsoft.com/office/powerpoint/2010/main" val="11438017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guide id="2" pos="2880">
          <p15:clr>
            <a:srgbClr val="C35EA4"/>
          </p15:clr>
        </p15:guide>
        <p15:guide id="3" orient="horz" pos="2707">
          <p15:clr>
            <a:srgbClr val="C35EA4"/>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Key message: dark mode">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E36F867-B36A-BD05-3724-F673E9B7FF67}"/>
              </a:ext>
            </a:extLst>
          </p:cNvPr>
          <p:cNvSpPr>
            <a:spLocks noGrp="1"/>
          </p:cNvSpPr>
          <p:nvPr>
            <p:ph type="title" hasCustomPrompt="1"/>
          </p:nvPr>
        </p:nvSpPr>
        <p:spPr>
          <a:xfrm>
            <a:off x="1163638" y="2037347"/>
            <a:ext cx="7200000" cy="2783304"/>
          </a:xfrm>
          <a:prstGeom prst="rect">
            <a:avLst/>
          </a:prstGeom>
        </p:spPr>
        <p:txBody>
          <a:bodyPr anchor="ctr"/>
          <a:lstStyle>
            <a:lvl1pPr algn="l" defTabSz="914377" rtl="0" eaLnBrk="1" latinLnBrk="0" hangingPunct="1">
              <a:lnSpc>
                <a:spcPct val="80000"/>
              </a:lnSpc>
              <a:spcBef>
                <a:spcPct val="0"/>
              </a:spcBef>
              <a:buNone/>
              <a:defRPr lang="en-US" sz="4000" b="0" i="0" kern="1200">
                <a:solidFill>
                  <a:schemeClr val="tx1"/>
                </a:solidFill>
                <a:latin typeface="GT Sectra Fine Rg" pitchFamily="2" charset="77"/>
                <a:ea typeface="+mj-ea"/>
                <a:cs typeface="+mj-cs"/>
              </a:defRPr>
            </a:lvl1pPr>
          </a:lstStyle>
          <a:p>
            <a:r>
              <a:rPr lang="en-US"/>
              <a:t>Click to edit key message style</a:t>
            </a:r>
          </a:p>
        </p:txBody>
      </p:sp>
      <p:sp>
        <p:nvSpPr>
          <p:cNvPr id="3" name="copyright">
            <a:extLst>
              <a:ext uri="{FF2B5EF4-FFF2-40B4-BE49-F238E27FC236}">
                <a16:creationId xmlns:a16="http://schemas.microsoft.com/office/drawing/2014/main" id="{EEB57D04-C7D4-5631-C9F1-4248B61F9522}"/>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6D94838E-FC9B-7D11-0B27-05F3B48DF76D}"/>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
        <p:nvSpPr>
          <p:cNvPr id="2" name="GTS_WH">
            <a:extLst>
              <a:ext uri="{FF2B5EF4-FFF2-40B4-BE49-F238E27FC236}">
                <a16:creationId xmlns:a16="http://schemas.microsoft.com/office/drawing/2014/main" id="{881075DF-C9D3-AF39-7015-D15BA74DC07D}"/>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3524695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Content: icons">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C386F6A9-4F1A-3944-E7D3-E26B3E55A360}"/>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4" name="Text Placeholder 3">
            <a:extLst>
              <a:ext uri="{FF2B5EF4-FFF2-40B4-BE49-F238E27FC236}">
                <a16:creationId xmlns:a16="http://schemas.microsoft.com/office/drawing/2014/main" id="{6B34D946-575C-A63A-1F36-F73012F28CC3}"/>
              </a:ext>
            </a:extLst>
          </p:cNvPr>
          <p:cNvSpPr>
            <a:spLocks noGrp="1"/>
          </p:cNvSpPr>
          <p:nvPr>
            <p:ph type="body" sz="quarter" idx="32" hasCustomPrompt="1"/>
          </p:nvPr>
        </p:nvSpPr>
        <p:spPr>
          <a:xfrm>
            <a:off x="563412" y="1109663"/>
            <a:ext cx="11084672"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5" name="Picture Placeholder 2">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56341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10" name="Text Placeholder 1">
            <a:extLst>
              <a:ext uri="{FF2B5EF4-FFF2-40B4-BE49-F238E27FC236}">
                <a16:creationId xmlns:a16="http://schemas.microsoft.com/office/drawing/2014/main" id="{4122B155-BA05-874A-7587-FD87E46FA210}"/>
              </a:ext>
            </a:extLst>
          </p:cNvPr>
          <p:cNvSpPr>
            <a:spLocks noGrp="1"/>
          </p:cNvSpPr>
          <p:nvPr>
            <p:ph type="body" sz="quarter" idx="19" hasCustomPrompt="1"/>
          </p:nvPr>
        </p:nvSpPr>
        <p:spPr>
          <a:xfrm>
            <a:off x="56341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29" name="Picture Placeholder 4">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292543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3" name="Text Placeholder 2">
            <a:extLst>
              <a:ext uri="{FF2B5EF4-FFF2-40B4-BE49-F238E27FC236}">
                <a16:creationId xmlns:a16="http://schemas.microsoft.com/office/drawing/2014/main" id="{E51530D0-8A8F-68C0-4E3A-39EE60F2A549}"/>
              </a:ext>
            </a:extLst>
          </p:cNvPr>
          <p:cNvSpPr>
            <a:spLocks noGrp="1"/>
          </p:cNvSpPr>
          <p:nvPr>
            <p:ph type="body" sz="quarter" idx="28" hasCustomPrompt="1"/>
          </p:nvPr>
        </p:nvSpPr>
        <p:spPr>
          <a:xfrm>
            <a:off x="292543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0" name="Picture Placeholder 6">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28745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5" name="Text Placeholder 3">
            <a:extLst>
              <a:ext uri="{FF2B5EF4-FFF2-40B4-BE49-F238E27FC236}">
                <a16:creationId xmlns:a16="http://schemas.microsoft.com/office/drawing/2014/main" id="{B220583F-078A-E528-E802-2F888AD1F0C1}"/>
              </a:ext>
            </a:extLst>
          </p:cNvPr>
          <p:cNvSpPr>
            <a:spLocks noGrp="1"/>
          </p:cNvSpPr>
          <p:nvPr>
            <p:ph type="body" sz="quarter" idx="29" hasCustomPrompt="1"/>
          </p:nvPr>
        </p:nvSpPr>
        <p:spPr>
          <a:xfrm>
            <a:off x="528745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1" name="Picture Placeholder 8">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64947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6" name="Text Placeholder 4">
            <a:extLst>
              <a:ext uri="{FF2B5EF4-FFF2-40B4-BE49-F238E27FC236}">
                <a16:creationId xmlns:a16="http://schemas.microsoft.com/office/drawing/2014/main" id="{154AA6FC-4B12-B058-1F73-83023D3E1DF8}"/>
              </a:ext>
            </a:extLst>
          </p:cNvPr>
          <p:cNvSpPr>
            <a:spLocks noGrp="1"/>
          </p:cNvSpPr>
          <p:nvPr>
            <p:ph type="body" sz="quarter" idx="30" hasCustomPrompt="1"/>
          </p:nvPr>
        </p:nvSpPr>
        <p:spPr>
          <a:xfrm>
            <a:off x="764947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2" name="Picture Placeholder 10">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011492"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7" name="Text Placeholder 5">
            <a:extLst>
              <a:ext uri="{FF2B5EF4-FFF2-40B4-BE49-F238E27FC236}">
                <a16:creationId xmlns:a16="http://schemas.microsoft.com/office/drawing/2014/main" id="{DE7585F8-AF83-86FE-9FDC-FCBB8F0FDCBB}"/>
              </a:ext>
            </a:extLst>
          </p:cNvPr>
          <p:cNvSpPr>
            <a:spLocks noGrp="1"/>
          </p:cNvSpPr>
          <p:nvPr>
            <p:ph type="body" sz="quarter" idx="31" hasCustomPrompt="1"/>
          </p:nvPr>
        </p:nvSpPr>
        <p:spPr>
          <a:xfrm>
            <a:off x="10011492"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Tree>
    <p:extLst>
      <p:ext uri="{BB962C8B-B14F-4D97-AF65-F5344CB8AC3E}">
        <p14:creationId xmlns:p14="http://schemas.microsoft.com/office/powerpoint/2010/main" val="3332419124"/>
      </p:ext>
    </p:extLst>
  </p:cSld>
  <p:clrMapOvr>
    <a:masterClrMapping/>
  </p:clrMapOvr>
  <p:extLst>
    <p:ext uri="{DCECCB84-F9BA-43D5-87BE-67443E8EF086}">
      <p15:sldGuideLst xmlns:p15="http://schemas.microsoft.com/office/powerpoint/2012/main">
        <p15:guide id="1" orient="horz" pos="2777">
          <p15:clr>
            <a:srgbClr val="C35EA4"/>
          </p15:clr>
        </p15:guide>
        <p15:guide id="2" orient="horz" pos="699">
          <p15:clr>
            <a:srgbClr val="547EBF"/>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ent: team 1">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D57647B7-79D1-0A4B-BE19-EB3D7E56204A}"/>
              </a:ext>
            </a:extLst>
          </p:cNvPr>
          <p:cNvSpPr>
            <a:spLocks noGrp="1" noChangeAspect="1"/>
          </p:cNvSpPr>
          <p:nvPr>
            <p:ph type="pic" sz="quarter" idx="15" hasCustomPrompt="1"/>
          </p:nvPr>
        </p:nvSpPr>
        <p:spPr>
          <a:xfrm>
            <a:off x="564646"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6" name="Picture Placeholder 4">
            <a:extLst>
              <a:ext uri="{FF2B5EF4-FFF2-40B4-BE49-F238E27FC236}">
                <a16:creationId xmlns:a16="http://schemas.microsoft.com/office/drawing/2014/main" id="{25DB0B2A-9775-46B0-9A40-F75EBFA4B45C}"/>
              </a:ext>
            </a:extLst>
          </p:cNvPr>
          <p:cNvSpPr>
            <a:spLocks noGrp="1" noChangeAspect="1"/>
          </p:cNvSpPr>
          <p:nvPr>
            <p:ph type="pic" sz="quarter" idx="27" hasCustomPrompt="1"/>
          </p:nvPr>
        </p:nvSpPr>
        <p:spPr>
          <a:xfrm>
            <a:off x="3569554"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7" name="Picture Placeholder 6">
            <a:extLst>
              <a:ext uri="{FF2B5EF4-FFF2-40B4-BE49-F238E27FC236}">
                <a16:creationId xmlns:a16="http://schemas.microsoft.com/office/drawing/2014/main" id="{F83F6B5F-EAE7-44DA-BD77-6D66865CEB92}"/>
              </a:ext>
            </a:extLst>
          </p:cNvPr>
          <p:cNvSpPr>
            <a:spLocks noGrp="1" noChangeAspect="1"/>
          </p:cNvSpPr>
          <p:nvPr>
            <p:ph type="pic" sz="quarter" idx="28" hasCustomPrompt="1"/>
          </p:nvPr>
        </p:nvSpPr>
        <p:spPr>
          <a:xfrm>
            <a:off x="6574462"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8" name="Picture Placeholder 8">
            <a:extLst>
              <a:ext uri="{FF2B5EF4-FFF2-40B4-BE49-F238E27FC236}">
                <a16:creationId xmlns:a16="http://schemas.microsoft.com/office/drawing/2014/main" id="{AD8EF41C-E978-4139-80A4-73605C41EA35}"/>
              </a:ext>
            </a:extLst>
          </p:cNvPr>
          <p:cNvSpPr>
            <a:spLocks noGrp="1" noChangeAspect="1"/>
          </p:cNvSpPr>
          <p:nvPr>
            <p:ph type="pic" sz="quarter" idx="29" hasCustomPrompt="1"/>
          </p:nvPr>
        </p:nvSpPr>
        <p:spPr>
          <a:xfrm>
            <a:off x="9579372"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3" name="Text Placeholder 1">
            <a:extLst>
              <a:ext uri="{FF2B5EF4-FFF2-40B4-BE49-F238E27FC236}">
                <a16:creationId xmlns:a16="http://schemas.microsoft.com/office/drawing/2014/main" id="{E190AA3D-F653-7DE3-E814-C735080B2FC6}"/>
              </a:ext>
            </a:extLst>
          </p:cNvPr>
          <p:cNvSpPr>
            <a:spLocks noGrp="1"/>
          </p:cNvSpPr>
          <p:nvPr>
            <p:ph type="body" sz="quarter" idx="19" hasCustomPrompt="1"/>
          </p:nvPr>
        </p:nvSpPr>
        <p:spPr>
          <a:xfrm>
            <a:off x="564645"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4" name="Text Placeholder 2">
            <a:extLst>
              <a:ext uri="{FF2B5EF4-FFF2-40B4-BE49-F238E27FC236}">
                <a16:creationId xmlns:a16="http://schemas.microsoft.com/office/drawing/2014/main" id="{6845C65E-741B-B706-0B82-1C81A0F6B5D9}"/>
              </a:ext>
            </a:extLst>
          </p:cNvPr>
          <p:cNvSpPr>
            <a:spLocks noGrp="1"/>
          </p:cNvSpPr>
          <p:nvPr>
            <p:ph type="body" sz="quarter" idx="31" hasCustomPrompt="1"/>
          </p:nvPr>
        </p:nvSpPr>
        <p:spPr>
          <a:xfrm>
            <a:off x="3569554"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 name="Text Placeholder 3">
            <a:extLst>
              <a:ext uri="{FF2B5EF4-FFF2-40B4-BE49-F238E27FC236}">
                <a16:creationId xmlns:a16="http://schemas.microsoft.com/office/drawing/2014/main" id="{820C257B-A255-A185-7414-40904B81A8DC}"/>
              </a:ext>
            </a:extLst>
          </p:cNvPr>
          <p:cNvSpPr>
            <a:spLocks noGrp="1"/>
          </p:cNvSpPr>
          <p:nvPr>
            <p:ph type="body" sz="quarter" idx="32" hasCustomPrompt="1"/>
          </p:nvPr>
        </p:nvSpPr>
        <p:spPr>
          <a:xfrm>
            <a:off x="6574463"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 name="Text Placeholder 4">
            <a:extLst>
              <a:ext uri="{FF2B5EF4-FFF2-40B4-BE49-F238E27FC236}">
                <a16:creationId xmlns:a16="http://schemas.microsoft.com/office/drawing/2014/main" id="{46CCAA45-3EAB-F22C-1634-630066DF8C20}"/>
              </a:ext>
            </a:extLst>
          </p:cNvPr>
          <p:cNvSpPr>
            <a:spLocks noGrp="1"/>
          </p:cNvSpPr>
          <p:nvPr>
            <p:ph type="body" sz="quarter" idx="33" hasCustomPrompt="1"/>
          </p:nvPr>
        </p:nvSpPr>
        <p:spPr>
          <a:xfrm>
            <a:off x="9579371"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5" name="Text Placeholder 3">
            <a:extLst>
              <a:ext uri="{FF2B5EF4-FFF2-40B4-BE49-F238E27FC236}">
                <a16:creationId xmlns:a16="http://schemas.microsoft.com/office/drawing/2014/main" id="{61017757-DC7D-283B-40ED-71A3ADDFA6E7}"/>
              </a:ext>
            </a:extLst>
          </p:cNvPr>
          <p:cNvSpPr>
            <a:spLocks noGrp="1"/>
          </p:cNvSpPr>
          <p:nvPr>
            <p:ph type="body" sz="quarter" idx="26" hasCustomPrompt="1"/>
          </p:nvPr>
        </p:nvSpPr>
        <p:spPr>
          <a:xfrm>
            <a:off x="563412" y="1109663"/>
            <a:ext cx="11063944"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8" name="Title 2">
            <a:extLst>
              <a:ext uri="{FF2B5EF4-FFF2-40B4-BE49-F238E27FC236}">
                <a16:creationId xmlns:a16="http://schemas.microsoft.com/office/drawing/2014/main" id="{31352EF7-C8C2-5E64-698B-A2C388CB7F7C}"/>
              </a:ext>
            </a:extLst>
          </p:cNvPr>
          <p:cNvSpPr>
            <a:spLocks noGrp="1"/>
          </p:cNvSpPr>
          <p:nvPr>
            <p:ph type="title"/>
          </p:nvPr>
        </p:nvSpPr>
        <p:spPr>
          <a:xfrm>
            <a:off x="556466" y="572600"/>
            <a:ext cx="11070889" cy="393954"/>
          </a:xfrm>
        </p:spPr>
        <p:txBody>
          <a:bodyPr/>
          <a:lstStyle/>
          <a:p>
            <a:r>
              <a:rPr lang="en-GB"/>
              <a:t>Click to edit Master title style</a:t>
            </a:r>
            <a:endParaRPr lang="en-US"/>
          </a:p>
        </p:txBody>
      </p:sp>
    </p:spTree>
    <p:extLst>
      <p:ext uri="{BB962C8B-B14F-4D97-AF65-F5344CB8AC3E}">
        <p14:creationId xmlns:p14="http://schemas.microsoft.com/office/powerpoint/2010/main" val="255691144"/>
      </p:ext>
    </p:extLst>
  </p:cSld>
  <p:clrMapOvr>
    <a:masterClrMapping/>
  </p:clrMapOvr>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ntent: team 2 + light mo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E8934D7-8F0E-DAC2-009E-72AA89D1034C}"/>
              </a:ext>
            </a:extLst>
          </p:cNvPr>
          <p:cNvSpPr>
            <a:spLocks noGrp="1" noChangeAspect="1"/>
          </p:cNvSpPr>
          <p:nvPr>
            <p:ph type="pic" sz="quarter" idx="14" hasCustomPrompt="1"/>
          </p:nvPr>
        </p:nvSpPr>
        <p:spPr>
          <a:xfrm>
            <a:off x="1420322" y="2629388"/>
            <a:ext cx="1180800" cy="1180800"/>
          </a:xfrm>
          <a:prstGeom prst="rect">
            <a:avLst/>
          </a:prstGeom>
          <a:solidFill>
            <a:schemeClr val="bg1">
              <a:lumMod val="95000"/>
            </a:schemeClr>
          </a:solidFill>
        </p:spPr>
        <p:txBody>
          <a:bodyPr lIns="91440" tIns="0" anchor="ctr"/>
          <a:lstStyle>
            <a:lvl1pPr marL="0" indent="0" algn="ctr">
              <a:buNone/>
              <a:defRPr sz="1400" b="0" i="0">
                <a:latin typeface="Graphik" panose="020B0503030202060203" pitchFamily="34" charset="77"/>
              </a:defRPr>
            </a:lvl1pPr>
          </a:lstStyle>
          <a:p>
            <a:r>
              <a:rPr lang="en-GB"/>
              <a:t>Add profile photo</a:t>
            </a:r>
            <a:endParaRPr lang="en-US"/>
          </a:p>
        </p:txBody>
      </p:sp>
      <p:sp>
        <p:nvSpPr>
          <p:cNvPr id="4" name="Picture Placeholder 4">
            <a:extLst>
              <a:ext uri="{FF2B5EF4-FFF2-40B4-BE49-F238E27FC236}">
                <a16:creationId xmlns:a16="http://schemas.microsoft.com/office/drawing/2014/main" id="{66FFCC06-23AF-63BD-C570-7D17CA07D430}"/>
              </a:ext>
            </a:extLst>
          </p:cNvPr>
          <p:cNvSpPr>
            <a:spLocks noGrp="1" noChangeAspect="1"/>
          </p:cNvSpPr>
          <p:nvPr>
            <p:ph type="pic" sz="quarter" idx="15" hasCustomPrompt="1"/>
          </p:nvPr>
        </p:nvSpPr>
        <p:spPr>
          <a:xfrm>
            <a:off x="2980178"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6" name="Picture Placeholder 6">
            <a:extLst>
              <a:ext uri="{FF2B5EF4-FFF2-40B4-BE49-F238E27FC236}">
                <a16:creationId xmlns:a16="http://schemas.microsoft.com/office/drawing/2014/main" id="{12A42FC0-DC57-2DAF-9A2D-A7CC2A4D2438}"/>
              </a:ext>
            </a:extLst>
          </p:cNvPr>
          <p:cNvSpPr>
            <a:spLocks noGrp="1" noChangeAspect="1"/>
          </p:cNvSpPr>
          <p:nvPr>
            <p:ph type="pic" sz="quarter" idx="16" hasCustomPrompt="1"/>
          </p:nvPr>
        </p:nvSpPr>
        <p:spPr>
          <a:xfrm>
            <a:off x="4540034"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7" name="Picture Placeholder 8">
            <a:extLst>
              <a:ext uri="{FF2B5EF4-FFF2-40B4-BE49-F238E27FC236}">
                <a16:creationId xmlns:a16="http://schemas.microsoft.com/office/drawing/2014/main" id="{75D1459B-043F-093D-F414-47A4829412AC}"/>
              </a:ext>
            </a:extLst>
          </p:cNvPr>
          <p:cNvSpPr>
            <a:spLocks noGrp="1" noChangeAspect="1"/>
          </p:cNvSpPr>
          <p:nvPr>
            <p:ph type="pic" sz="quarter" idx="17" hasCustomPrompt="1"/>
          </p:nvPr>
        </p:nvSpPr>
        <p:spPr>
          <a:xfrm>
            <a:off x="6099890"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8" name="Picture Placeholder 10">
            <a:extLst>
              <a:ext uri="{FF2B5EF4-FFF2-40B4-BE49-F238E27FC236}">
                <a16:creationId xmlns:a16="http://schemas.microsoft.com/office/drawing/2014/main" id="{F83C65DB-7D3F-C47F-0688-6ED36B4BC359}"/>
              </a:ext>
            </a:extLst>
          </p:cNvPr>
          <p:cNvSpPr>
            <a:spLocks noGrp="1" noChangeAspect="1"/>
          </p:cNvSpPr>
          <p:nvPr>
            <p:ph type="pic" sz="quarter" idx="24" hasCustomPrompt="1"/>
          </p:nvPr>
        </p:nvSpPr>
        <p:spPr>
          <a:xfrm>
            <a:off x="7659746"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9" name="Picture Placeholder 12">
            <a:extLst>
              <a:ext uri="{FF2B5EF4-FFF2-40B4-BE49-F238E27FC236}">
                <a16:creationId xmlns:a16="http://schemas.microsoft.com/office/drawing/2014/main" id="{4C9ABC01-5EC3-7241-7C4A-88F421331E70}"/>
              </a:ext>
            </a:extLst>
          </p:cNvPr>
          <p:cNvSpPr>
            <a:spLocks noGrp="1" noChangeAspect="1"/>
          </p:cNvSpPr>
          <p:nvPr>
            <p:ph type="pic" sz="quarter" idx="18" hasCustomPrompt="1"/>
          </p:nvPr>
        </p:nvSpPr>
        <p:spPr>
          <a:xfrm>
            <a:off x="9219600"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28" name="Text Placeholder 3">
            <a:extLst>
              <a:ext uri="{FF2B5EF4-FFF2-40B4-BE49-F238E27FC236}">
                <a16:creationId xmlns:a16="http://schemas.microsoft.com/office/drawing/2014/main" id="{44690F9A-3FD8-58C2-C4B6-728AA0AC2DB6}"/>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sz="1000" b="1" i="0">
                <a:solidFill>
                  <a:schemeClr val="bg2"/>
                </a:solidFill>
                <a:latin typeface="Graphik Semibold" panose="020B0503030202060203" pitchFamily="34" charset="77"/>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30" name="Text Placeholder 4">
            <a:extLst>
              <a:ext uri="{FF2B5EF4-FFF2-40B4-BE49-F238E27FC236}">
                <a16:creationId xmlns:a16="http://schemas.microsoft.com/office/drawing/2014/main" id="{8B4CF385-9FC6-70A9-2E90-C43EAE77F58C}"/>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Text Placeholder 5">
            <a:extLst>
              <a:ext uri="{FF2B5EF4-FFF2-40B4-BE49-F238E27FC236}">
                <a16:creationId xmlns:a16="http://schemas.microsoft.com/office/drawing/2014/main" id="{A8CE1B5A-4E28-77C8-EB90-DDA864C98EE4}"/>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3" name="Text Placeholder 6">
            <a:extLst>
              <a:ext uri="{FF2B5EF4-FFF2-40B4-BE49-F238E27FC236}">
                <a16:creationId xmlns:a16="http://schemas.microsoft.com/office/drawing/2014/main" id="{D17BC01F-7509-B7D1-2FF2-419E3035A67D}"/>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4" name="Text Placeholder 7">
            <a:extLst>
              <a:ext uri="{FF2B5EF4-FFF2-40B4-BE49-F238E27FC236}">
                <a16:creationId xmlns:a16="http://schemas.microsoft.com/office/drawing/2014/main" id="{B5E87864-3492-16F6-7D53-F48ECFF71B6B}"/>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5" name="Text Placeholder 8">
            <a:extLst>
              <a:ext uri="{FF2B5EF4-FFF2-40B4-BE49-F238E27FC236}">
                <a16:creationId xmlns:a16="http://schemas.microsoft.com/office/drawing/2014/main" id="{0882B210-0FE9-9013-3A4F-EBDFFF0F91F2}"/>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11" name="Text Placeholder 3">
            <a:extLst>
              <a:ext uri="{FF2B5EF4-FFF2-40B4-BE49-F238E27FC236}">
                <a16:creationId xmlns:a16="http://schemas.microsoft.com/office/drawing/2014/main" id="{B67959CF-959A-6AC4-94D1-25F08AB1C4FC}"/>
              </a:ext>
            </a:extLst>
          </p:cNvPr>
          <p:cNvSpPr>
            <a:spLocks noGrp="1"/>
          </p:cNvSpPr>
          <p:nvPr>
            <p:ph type="body" sz="quarter" idx="26" hasCustomPrompt="1"/>
          </p:nvPr>
        </p:nvSpPr>
        <p:spPr>
          <a:xfrm>
            <a:off x="563411" y="1109663"/>
            <a:ext cx="11084671"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2" name="Title 2">
            <a:extLst>
              <a:ext uri="{FF2B5EF4-FFF2-40B4-BE49-F238E27FC236}">
                <a16:creationId xmlns:a16="http://schemas.microsoft.com/office/drawing/2014/main" id="{BC12817E-BFFB-996F-0414-D71850F8BB8D}"/>
              </a:ext>
            </a:extLst>
          </p:cNvPr>
          <p:cNvSpPr>
            <a:spLocks noGrp="1"/>
          </p:cNvSpPr>
          <p:nvPr>
            <p:ph type="title"/>
          </p:nvPr>
        </p:nvSpPr>
        <p:spPr>
          <a:xfrm>
            <a:off x="556467" y="572600"/>
            <a:ext cx="11084671" cy="393954"/>
          </a:xfrm>
        </p:spPr>
        <p:txBody>
          <a:bodyPr/>
          <a:lstStyle/>
          <a:p>
            <a:r>
              <a:rPr lang="en-GB"/>
              <a:t>Click to edit Master title style</a:t>
            </a:r>
            <a:endParaRPr lang="en-US"/>
          </a:p>
        </p:txBody>
      </p:sp>
    </p:spTree>
    <p:extLst>
      <p:ext uri="{BB962C8B-B14F-4D97-AF65-F5344CB8AC3E}">
        <p14:creationId xmlns:p14="http://schemas.microsoft.com/office/powerpoint/2010/main" val="2083825050"/>
      </p:ext>
    </p:extLst>
  </p:cSld>
  <p:clrMapOvr>
    <a:masterClrMapping/>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ntent: team 2 + purple">
    <p:bg>
      <p:bgPr>
        <a:solidFill>
          <a:schemeClr val="tx2"/>
        </a:solidFill>
        <a:effectLst/>
      </p:bgPr>
    </p:bg>
    <p:spTree>
      <p:nvGrpSpPr>
        <p:cNvPr id="1" name=""/>
        <p:cNvGrpSpPr/>
        <p:nvPr/>
      </p:nvGrpSpPr>
      <p:grpSpPr>
        <a:xfrm>
          <a:off x="0" y="0"/>
          <a:ext cx="0" cy="0"/>
          <a:chOff x="0" y="0"/>
          <a:chExt cx="0" cy="0"/>
        </a:xfrm>
      </p:grpSpPr>
      <p:sp>
        <p:nvSpPr>
          <p:cNvPr id="32" name="GTS_WH">
            <a:extLst>
              <a:ext uri="{FF2B5EF4-FFF2-40B4-BE49-F238E27FC236}">
                <a16:creationId xmlns:a16="http://schemas.microsoft.com/office/drawing/2014/main" id="{B49891DC-D80E-4D1B-961E-1B567E0E453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49" name="Text Placeholder 3">
            <a:extLst>
              <a:ext uri="{FF2B5EF4-FFF2-40B4-BE49-F238E27FC236}">
                <a16:creationId xmlns:a16="http://schemas.microsoft.com/office/drawing/2014/main" id="{C79C29FA-AFA2-CB0C-7716-CE3754DCAD25}"/>
              </a:ext>
            </a:extLst>
          </p:cNvPr>
          <p:cNvSpPr>
            <a:spLocks noGrp="1"/>
          </p:cNvSpPr>
          <p:nvPr>
            <p:ph type="body" sz="quarter" idx="26" hasCustomPrompt="1"/>
          </p:nvPr>
        </p:nvSpPr>
        <p:spPr>
          <a:xfrm>
            <a:off x="563412" y="1109663"/>
            <a:ext cx="11084672"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50" name="Title 2">
            <a:extLst>
              <a:ext uri="{FF2B5EF4-FFF2-40B4-BE49-F238E27FC236}">
                <a16:creationId xmlns:a16="http://schemas.microsoft.com/office/drawing/2014/main" id="{D9DE4A47-B387-28A0-0CCF-3D113159BC44}"/>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63" name="Picture Placeholder 2">
            <a:extLst>
              <a:ext uri="{FF2B5EF4-FFF2-40B4-BE49-F238E27FC236}">
                <a16:creationId xmlns:a16="http://schemas.microsoft.com/office/drawing/2014/main" id="{B6B30F3E-6876-0883-BD26-A4FC5D74BFEB}"/>
              </a:ext>
            </a:extLst>
          </p:cNvPr>
          <p:cNvSpPr>
            <a:spLocks noGrp="1" noChangeAspect="1"/>
          </p:cNvSpPr>
          <p:nvPr>
            <p:ph type="pic" sz="quarter" idx="14" hasCustomPrompt="1"/>
          </p:nvPr>
        </p:nvSpPr>
        <p:spPr>
          <a:xfrm>
            <a:off x="1420322" y="2629388"/>
            <a:ext cx="1180800" cy="1180800"/>
          </a:xfrm>
          <a:prstGeom prst="rect">
            <a:avLst/>
          </a:prstGeom>
          <a:solidFill>
            <a:schemeClr val="tx1">
              <a:lumMod val="95000"/>
            </a:schemeClr>
          </a:solidFill>
        </p:spPr>
        <p:txBody>
          <a:bodyPr lIns="91440" tIns="0" anchor="ctr"/>
          <a:lstStyle>
            <a:lvl1pPr marL="0" indent="0" algn="ctr">
              <a:buNone/>
              <a:defRPr sz="1400" b="0" i="0">
                <a:solidFill>
                  <a:schemeClr val="bg1"/>
                </a:solidFill>
                <a:latin typeface="Graphik" panose="020B0503030202060203" pitchFamily="34" charset="77"/>
              </a:defRPr>
            </a:lvl1pPr>
          </a:lstStyle>
          <a:p>
            <a:r>
              <a:rPr lang="en-GB"/>
              <a:t>Add profile photo</a:t>
            </a:r>
            <a:endParaRPr lang="en-US"/>
          </a:p>
        </p:txBody>
      </p:sp>
      <p:sp>
        <p:nvSpPr>
          <p:cNvPr id="64" name="Picture Placeholder 4">
            <a:extLst>
              <a:ext uri="{FF2B5EF4-FFF2-40B4-BE49-F238E27FC236}">
                <a16:creationId xmlns:a16="http://schemas.microsoft.com/office/drawing/2014/main" id="{68CBCB53-EDC2-430A-6091-471E4A3C0E69}"/>
              </a:ext>
            </a:extLst>
          </p:cNvPr>
          <p:cNvSpPr>
            <a:spLocks noGrp="1" noChangeAspect="1"/>
          </p:cNvSpPr>
          <p:nvPr>
            <p:ph type="pic" sz="quarter" idx="15" hasCustomPrompt="1"/>
          </p:nvPr>
        </p:nvSpPr>
        <p:spPr>
          <a:xfrm>
            <a:off x="2980178"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5" name="Picture Placeholder 6">
            <a:extLst>
              <a:ext uri="{FF2B5EF4-FFF2-40B4-BE49-F238E27FC236}">
                <a16:creationId xmlns:a16="http://schemas.microsoft.com/office/drawing/2014/main" id="{637BE686-D971-81F4-FECC-526CEF4F381E}"/>
              </a:ext>
            </a:extLst>
          </p:cNvPr>
          <p:cNvSpPr>
            <a:spLocks noGrp="1" noChangeAspect="1"/>
          </p:cNvSpPr>
          <p:nvPr>
            <p:ph type="pic" sz="quarter" idx="16" hasCustomPrompt="1"/>
          </p:nvPr>
        </p:nvSpPr>
        <p:spPr>
          <a:xfrm>
            <a:off x="4540034"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6" name="Picture Placeholder 8">
            <a:extLst>
              <a:ext uri="{FF2B5EF4-FFF2-40B4-BE49-F238E27FC236}">
                <a16:creationId xmlns:a16="http://schemas.microsoft.com/office/drawing/2014/main" id="{BA07AFEE-DC74-E7A8-BDBA-BFFE9BF24CD9}"/>
              </a:ext>
            </a:extLst>
          </p:cNvPr>
          <p:cNvSpPr>
            <a:spLocks noGrp="1" noChangeAspect="1"/>
          </p:cNvSpPr>
          <p:nvPr>
            <p:ph type="pic" sz="quarter" idx="17" hasCustomPrompt="1"/>
          </p:nvPr>
        </p:nvSpPr>
        <p:spPr>
          <a:xfrm>
            <a:off x="609989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Picture Placeholder 10">
            <a:extLst>
              <a:ext uri="{FF2B5EF4-FFF2-40B4-BE49-F238E27FC236}">
                <a16:creationId xmlns:a16="http://schemas.microsoft.com/office/drawing/2014/main" id="{90E75D7F-D480-7A96-4F8E-3631E15DA2AD}"/>
              </a:ext>
            </a:extLst>
          </p:cNvPr>
          <p:cNvSpPr>
            <a:spLocks noGrp="1" noChangeAspect="1"/>
          </p:cNvSpPr>
          <p:nvPr>
            <p:ph type="pic" sz="quarter" idx="24" hasCustomPrompt="1"/>
          </p:nvPr>
        </p:nvSpPr>
        <p:spPr>
          <a:xfrm>
            <a:off x="7659746"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8" name="Picture Placeholder 12">
            <a:extLst>
              <a:ext uri="{FF2B5EF4-FFF2-40B4-BE49-F238E27FC236}">
                <a16:creationId xmlns:a16="http://schemas.microsoft.com/office/drawing/2014/main" id="{183F93F6-A09B-A2EF-64C2-4902846E2410}"/>
              </a:ext>
            </a:extLst>
          </p:cNvPr>
          <p:cNvSpPr>
            <a:spLocks noGrp="1" noChangeAspect="1"/>
          </p:cNvSpPr>
          <p:nvPr>
            <p:ph type="pic" sz="quarter" idx="18" hasCustomPrompt="1"/>
          </p:nvPr>
        </p:nvSpPr>
        <p:spPr>
          <a:xfrm>
            <a:off x="921960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9" name="Text Placeholder 3">
            <a:extLst>
              <a:ext uri="{FF2B5EF4-FFF2-40B4-BE49-F238E27FC236}">
                <a16:creationId xmlns:a16="http://schemas.microsoft.com/office/drawing/2014/main" id="{678182CD-97A5-B632-A606-E290F2E8F003}"/>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sz="1000" b="1" i="0">
                <a:solidFill>
                  <a:schemeClr val="tx1"/>
                </a:solidFill>
                <a:latin typeface="Graphik Semibold" panose="020B0503030202060203" pitchFamily="34" charset="77"/>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70" name="Text Placeholder 4">
            <a:extLst>
              <a:ext uri="{FF2B5EF4-FFF2-40B4-BE49-F238E27FC236}">
                <a16:creationId xmlns:a16="http://schemas.microsoft.com/office/drawing/2014/main" id="{BC20362B-D8E4-FBCA-BA42-83663531AA4B}"/>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1" name="Text Placeholder 5">
            <a:extLst>
              <a:ext uri="{FF2B5EF4-FFF2-40B4-BE49-F238E27FC236}">
                <a16:creationId xmlns:a16="http://schemas.microsoft.com/office/drawing/2014/main" id="{27B74B01-5E96-C593-2AE8-1AC067D6CF5C}"/>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2" name="Text Placeholder 6">
            <a:extLst>
              <a:ext uri="{FF2B5EF4-FFF2-40B4-BE49-F238E27FC236}">
                <a16:creationId xmlns:a16="http://schemas.microsoft.com/office/drawing/2014/main" id="{77DA96FA-342F-3709-1656-B7FC6C905DFA}"/>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3" name="Text Placeholder 7">
            <a:extLst>
              <a:ext uri="{FF2B5EF4-FFF2-40B4-BE49-F238E27FC236}">
                <a16:creationId xmlns:a16="http://schemas.microsoft.com/office/drawing/2014/main" id="{DED6B8B6-1CF0-A57B-C39A-E87D9D3570EB}"/>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4" name="Text Placeholder 8">
            <a:extLst>
              <a:ext uri="{FF2B5EF4-FFF2-40B4-BE49-F238E27FC236}">
                <a16:creationId xmlns:a16="http://schemas.microsoft.com/office/drawing/2014/main" id="{0A4ACC4B-F1AD-98A5-3F4F-0528E81C50E6}"/>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Tree>
    <p:extLst>
      <p:ext uri="{BB962C8B-B14F-4D97-AF65-F5344CB8AC3E}">
        <p14:creationId xmlns:p14="http://schemas.microsoft.com/office/powerpoint/2010/main" val="1035112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ntent: team 2 + dark mode">
    <p:bg>
      <p:bgRef idx="1001">
        <a:schemeClr val="bg1"/>
      </p:bgRef>
    </p:bg>
    <p:spTree>
      <p:nvGrpSpPr>
        <p:cNvPr id="1" name=""/>
        <p:cNvGrpSpPr/>
        <p:nvPr/>
      </p:nvGrpSpPr>
      <p:grpSpPr>
        <a:xfrm>
          <a:off x="0" y="0"/>
          <a:ext cx="0" cy="0"/>
          <a:chOff x="0" y="0"/>
          <a:chExt cx="0" cy="0"/>
        </a:xfrm>
      </p:grpSpPr>
      <p:sp>
        <p:nvSpPr>
          <p:cNvPr id="48" name="Title 2">
            <a:extLst>
              <a:ext uri="{FF2B5EF4-FFF2-40B4-BE49-F238E27FC236}">
                <a16:creationId xmlns:a16="http://schemas.microsoft.com/office/drawing/2014/main" id="{EE96B902-DA40-F453-88BF-C5A865B07A86}"/>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47" name="Text Placeholder 3">
            <a:extLst>
              <a:ext uri="{FF2B5EF4-FFF2-40B4-BE49-F238E27FC236}">
                <a16:creationId xmlns:a16="http://schemas.microsoft.com/office/drawing/2014/main" id="{BAE735C4-1315-5604-E715-00812A74737C}"/>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61" name="Picture Placeholder 2">
            <a:extLst>
              <a:ext uri="{FF2B5EF4-FFF2-40B4-BE49-F238E27FC236}">
                <a16:creationId xmlns:a16="http://schemas.microsoft.com/office/drawing/2014/main" id="{F0E9B0EE-00BA-77AC-391E-0B1F0E1E8A9C}"/>
              </a:ext>
            </a:extLst>
          </p:cNvPr>
          <p:cNvSpPr>
            <a:spLocks noGrp="1" noChangeAspect="1"/>
          </p:cNvSpPr>
          <p:nvPr>
            <p:ph type="pic" sz="quarter" idx="14" hasCustomPrompt="1"/>
          </p:nvPr>
        </p:nvSpPr>
        <p:spPr>
          <a:xfrm>
            <a:off x="1420322" y="2629388"/>
            <a:ext cx="1180800" cy="1180800"/>
          </a:xfrm>
          <a:prstGeom prst="rect">
            <a:avLst/>
          </a:prstGeom>
          <a:solidFill>
            <a:schemeClr val="tx1">
              <a:lumMod val="95000"/>
            </a:schemeClr>
          </a:solidFill>
        </p:spPr>
        <p:txBody>
          <a:bodyPr lIns="91440" tIns="0" anchor="ctr"/>
          <a:lstStyle>
            <a:lvl1pPr marL="0" indent="0" algn="ctr">
              <a:buNone/>
              <a:defRPr sz="1400" b="0" i="0">
                <a:solidFill>
                  <a:schemeClr val="bg1"/>
                </a:solidFill>
                <a:latin typeface="Graphik" panose="020B0503030202060203" pitchFamily="34" charset="77"/>
              </a:defRPr>
            </a:lvl1pPr>
          </a:lstStyle>
          <a:p>
            <a:r>
              <a:rPr lang="en-GB"/>
              <a:t>Add profile photo</a:t>
            </a:r>
            <a:endParaRPr lang="en-US"/>
          </a:p>
        </p:txBody>
      </p:sp>
      <p:sp>
        <p:nvSpPr>
          <p:cNvPr id="62" name="Picture Placeholder 4">
            <a:extLst>
              <a:ext uri="{FF2B5EF4-FFF2-40B4-BE49-F238E27FC236}">
                <a16:creationId xmlns:a16="http://schemas.microsoft.com/office/drawing/2014/main" id="{8A6DE4FC-AD43-5522-F3DC-8CCFCDC5C1AC}"/>
              </a:ext>
            </a:extLst>
          </p:cNvPr>
          <p:cNvSpPr>
            <a:spLocks noGrp="1" noChangeAspect="1"/>
          </p:cNvSpPr>
          <p:nvPr>
            <p:ph type="pic" sz="quarter" idx="15" hasCustomPrompt="1"/>
          </p:nvPr>
        </p:nvSpPr>
        <p:spPr>
          <a:xfrm>
            <a:off x="2980178"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3" name="Picture Placeholder 6">
            <a:extLst>
              <a:ext uri="{FF2B5EF4-FFF2-40B4-BE49-F238E27FC236}">
                <a16:creationId xmlns:a16="http://schemas.microsoft.com/office/drawing/2014/main" id="{1BD069D5-BE5E-6066-FCA3-0DF229CA234F}"/>
              </a:ext>
            </a:extLst>
          </p:cNvPr>
          <p:cNvSpPr>
            <a:spLocks noGrp="1" noChangeAspect="1"/>
          </p:cNvSpPr>
          <p:nvPr>
            <p:ph type="pic" sz="quarter" idx="16" hasCustomPrompt="1"/>
          </p:nvPr>
        </p:nvSpPr>
        <p:spPr>
          <a:xfrm>
            <a:off x="4540034"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4" name="Picture Placeholder 8">
            <a:extLst>
              <a:ext uri="{FF2B5EF4-FFF2-40B4-BE49-F238E27FC236}">
                <a16:creationId xmlns:a16="http://schemas.microsoft.com/office/drawing/2014/main" id="{9411D50B-1629-1008-57E7-75FEA9042E4C}"/>
              </a:ext>
            </a:extLst>
          </p:cNvPr>
          <p:cNvSpPr>
            <a:spLocks noGrp="1" noChangeAspect="1"/>
          </p:cNvSpPr>
          <p:nvPr>
            <p:ph type="pic" sz="quarter" idx="17" hasCustomPrompt="1"/>
          </p:nvPr>
        </p:nvSpPr>
        <p:spPr>
          <a:xfrm>
            <a:off x="609989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5" name="Picture Placeholder 10">
            <a:extLst>
              <a:ext uri="{FF2B5EF4-FFF2-40B4-BE49-F238E27FC236}">
                <a16:creationId xmlns:a16="http://schemas.microsoft.com/office/drawing/2014/main" id="{ADF38582-16D1-8220-29AD-F720575DB7C5}"/>
              </a:ext>
            </a:extLst>
          </p:cNvPr>
          <p:cNvSpPr>
            <a:spLocks noGrp="1" noChangeAspect="1"/>
          </p:cNvSpPr>
          <p:nvPr>
            <p:ph type="pic" sz="quarter" idx="24" hasCustomPrompt="1"/>
          </p:nvPr>
        </p:nvSpPr>
        <p:spPr>
          <a:xfrm>
            <a:off x="7659746"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6" name="Picture Placeholder 12">
            <a:extLst>
              <a:ext uri="{FF2B5EF4-FFF2-40B4-BE49-F238E27FC236}">
                <a16:creationId xmlns:a16="http://schemas.microsoft.com/office/drawing/2014/main" id="{97C37837-0060-AD69-31D2-1F8111CE8665}"/>
              </a:ext>
            </a:extLst>
          </p:cNvPr>
          <p:cNvSpPr>
            <a:spLocks noGrp="1" noChangeAspect="1"/>
          </p:cNvSpPr>
          <p:nvPr>
            <p:ph type="pic" sz="quarter" idx="18" hasCustomPrompt="1"/>
          </p:nvPr>
        </p:nvSpPr>
        <p:spPr>
          <a:xfrm>
            <a:off x="921960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Text Placeholder 3">
            <a:extLst>
              <a:ext uri="{FF2B5EF4-FFF2-40B4-BE49-F238E27FC236}">
                <a16:creationId xmlns:a16="http://schemas.microsoft.com/office/drawing/2014/main" id="{E38C952C-69EF-B109-2D9A-0E1226273D9A}"/>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sz="1000" b="1" i="0">
                <a:solidFill>
                  <a:schemeClr val="accent2"/>
                </a:solidFill>
                <a:latin typeface="Graphik Semibold" panose="020B0503030202060203" pitchFamily="34" charset="77"/>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68" name="Text Placeholder 4">
            <a:extLst>
              <a:ext uri="{FF2B5EF4-FFF2-40B4-BE49-F238E27FC236}">
                <a16:creationId xmlns:a16="http://schemas.microsoft.com/office/drawing/2014/main" id="{DE8A2EE3-FD03-89B1-82A0-A678E022E3DD}"/>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9" name="Text Placeholder 5">
            <a:extLst>
              <a:ext uri="{FF2B5EF4-FFF2-40B4-BE49-F238E27FC236}">
                <a16:creationId xmlns:a16="http://schemas.microsoft.com/office/drawing/2014/main" id="{F179A0E0-1EF9-E854-A005-C3FFC783DADA}"/>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0" name="Text Placeholder 6">
            <a:extLst>
              <a:ext uri="{FF2B5EF4-FFF2-40B4-BE49-F238E27FC236}">
                <a16:creationId xmlns:a16="http://schemas.microsoft.com/office/drawing/2014/main" id="{98575771-F64F-E2C2-0963-4F7DA15F5336}"/>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1" name="Text Placeholder 7">
            <a:extLst>
              <a:ext uri="{FF2B5EF4-FFF2-40B4-BE49-F238E27FC236}">
                <a16:creationId xmlns:a16="http://schemas.microsoft.com/office/drawing/2014/main" id="{6067F82A-448D-AF56-DCF9-8FC95A5EA87D}"/>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2" name="Text Placeholder 8">
            <a:extLst>
              <a:ext uri="{FF2B5EF4-FFF2-40B4-BE49-F238E27FC236}">
                <a16:creationId xmlns:a16="http://schemas.microsoft.com/office/drawing/2014/main" id="{C90D0832-8997-2CF3-4C1C-76EC7DBBE377}"/>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GTS_WH">
            <a:extLst>
              <a:ext uri="{FF2B5EF4-FFF2-40B4-BE49-F238E27FC236}">
                <a16:creationId xmlns:a16="http://schemas.microsoft.com/office/drawing/2014/main" id="{B49891DC-D80E-4D1B-961E-1B567E0E453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47818241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Content: team + column Content: team + column light mode">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563409" y="1355292"/>
            <a:ext cx="3540355" cy="4757969"/>
          </a:xfrm>
          <a:prstGeom prst="rect">
            <a:avLst/>
          </a:prstGeom>
        </p:spPr>
        <p:txBody>
          <a:bodyPr/>
          <a:lstStyle>
            <a:lvl1pPr marL="0" indent="0">
              <a:buNone/>
              <a:defRPr sz="2000" b="0" i="0">
                <a:latin typeface="Graphik" panose="020B0503030202060203" pitchFamily="34" charset="77"/>
              </a:defRPr>
            </a:lvl1pPr>
            <a:lvl2pPr>
              <a:defRPr sz="1600" b="0" i="0">
                <a:latin typeface="Graphik" panose="020B0503030202060203" pitchFamily="34" charset="77"/>
              </a:defRPr>
            </a:lvl2pPr>
            <a:lvl3pPr>
              <a:defRPr sz="1600" b="0" i="0">
                <a:latin typeface="Graphik" panose="020B0503030202060203" pitchFamily="34" charset="77"/>
              </a:defRPr>
            </a:lvl3pPr>
            <a:lvl4pPr>
              <a:defRPr sz="1400" b="0" i="0">
                <a:latin typeface="Graphik" panose="020B0503030202060203" pitchFamily="34" charset="77"/>
              </a:defRPr>
            </a:lvl4pPr>
            <a:lvl5pPr>
              <a:defRPr sz="14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10" name="Picture Placeholder 6">
            <a:extLst>
              <a:ext uri="{FF2B5EF4-FFF2-40B4-BE49-F238E27FC236}">
                <a16:creationId xmlns:a16="http://schemas.microsoft.com/office/drawing/2014/main" id="{67B8B3ED-3C30-8209-EC37-30BECCCAC6DF}"/>
              </a:ext>
            </a:extLst>
          </p:cNvPr>
          <p:cNvSpPr>
            <a:spLocks noGrp="1" noChangeAspect="1"/>
          </p:cNvSpPr>
          <p:nvPr>
            <p:ph type="pic" sz="quarter" idx="16" hasCustomPrompt="1"/>
          </p:nvPr>
        </p:nvSpPr>
        <p:spPr>
          <a:xfrm>
            <a:off x="4750100"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1" name="Picture Placeholder 8">
            <a:extLst>
              <a:ext uri="{FF2B5EF4-FFF2-40B4-BE49-F238E27FC236}">
                <a16:creationId xmlns:a16="http://schemas.microsoft.com/office/drawing/2014/main" id="{DC7F0577-7039-34CE-9E81-1E1B5179E19A}"/>
              </a:ext>
            </a:extLst>
          </p:cNvPr>
          <p:cNvSpPr>
            <a:spLocks noGrp="1" noChangeAspect="1"/>
          </p:cNvSpPr>
          <p:nvPr>
            <p:ph type="pic" sz="quarter" idx="17" hasCustomPrompt="1"/>
          </p:nvPr>
        </p:nvSpPr>
        <p:spPr>
          <a:xfrm>
            <a:off x="6532027"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2" name="Picture Placeholder 10">
            <a:extLst>
              <a:ext uri="{FF2B5EF4-FFF2-40B4-BE49-F238E27FC236}">
                <a16:creationId xmlns:a16="http://schemas.microsoft.com/office/drawing/2014/main" id="{389183D5-43A1-CED9-DE7A-152AD40F1DB9}"/>
              </a:ext>
            </a:extLst>
          </p:cNvPr>
          <p:cNvSpPr>
            <a:spLocks noGrp="1" noChangeAspect="1"/>
          </p:cNvSpPr>
          <p:nvPr>
            <p:ph type="pic" sz="quarter" idx="24" hasCustomPrompt="1"/>
          </p:nvPr>
        </p:nvSpPr>
        <p:spPr>
          <a:xfrm>
            <a:off x="8313954"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5" name="Picture Placeholder 12">
            <a:extLst>
              <a:ext uri="{FF2B5EF4-FFF2-40B4-BE49-F238E27FC236}">
                <a16:creationId xmlns:a16="http://schemas.microsoft.com/office/drawing/2014/main" id="{5DC001A2-2BC9-E92E-1900-07D1D55C8448}"/>
              </a:ext>
            </a:extLst>
          </p:cNvPr>
          <p:cNvSpPr>
            <a:spLocks noGrp="1" noChangeAspect="1"/>
          </p:cNvSpPr>
          <p:nvPr>
            <p:ph type="pic" sz="quarter" idx="18" hasCustomPrompt="1"/>
          </p:nvPr>
        </p:nvSpPr>
        <p:spPr>
          <a:xfrm>
            <a:off x="10095882"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6" name="Text Placeholder 5">
            <a:extLst>
              <a:ext uri="{FF2B5EF4-FFF2-40B4-BE49-F238E27FC236}">
                <a16:creationId xmlns:a16="http://schemas.microsoft.com/office/drawing/2014/main" id="{0D6DEAA1-1809-9174-41B2-A167C7EF0B6D}"/>
              </a:ext>
            </a:extLst>
          </p:cNvPr>
          <p:cNvSpPr>
            <a:spLocks noGrp="1"/>
          </p:cNvSpPr>
          <p:nvPr>
            <p:ph type="body" sz="quarter" idx="40" hasCustomPrompt="1"/>
          </p:nvPr>
        </p:nvSpPr>
        <p:spPr>
          <a:xfrm>
            <a:off x="4751160"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7" name="Text Placeholder 6">
            <a:extLst>
              <a:ext uri="{FF2B5EF4-FFF2-40B4-BE49-F238E27FC236}">
                <a16:creationId xmlns:a16="http://schemas.microsoft.com/office/drawing/2014/main" id="{EEA45CAC-A034-EBF8-A42A-D240A01CA2B6}"/>
              </a:ext>
            </a:extLst>
          </p:cNvPr>
          <p:cNvSpPr>
            <a:spLocks noGrp="1"/>
          </p:cNvSpPr>
          <p:nvPr>
            <p:ph type="body" sz="quarter" idx="41" hasCustomPrompt="1"/>
          </p:nvPr>
        </p:nvSpPr>
        <p:spPr>
          <a:xfrm>
            <a:off x="6532027"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8" name="Text Placeholder 7">
            <a:extLst>
              <a:ext uri="{FF2B5EF4-FFF2-40B4-BE49-F238E27FC236}">
                <a16:creationId xmlns:a16="http://schemas.microsoft.com/office/drawing/2014/main" id="{94B252BC-9982-2E12-F243-0ED078DBC2F2}"/>
              </a:ext>
            </a:extLst>
          </p:cNvPr>
          <p:cNvSpPr>
            <a:spLocks noGrp="1"/>
          </p:cNvSpPr>
          <p:nvPr>
            <p:ph type="body" sz="quarter" idx="43" hasCustomPrompt="1"/>
          </p:nvPr>
        </p:nvSpPr>
        <p:spPr>
          <a:xfrm>
            <a:off x="8313954"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9" name="Text Placeholder 8">
            <a:extLst>
              <a:ext uri="{FF2B5EF4-FFF2-40B4-BE49-F238E27FC236}">
                <a16:creationId xmlns:a16="http://schemas.microsoft.com/office/drawing/2014/main" id="{DC6F0EDA-C6BC-1437-B68C-8779352D0B2E}"/>
              </a:ext>
            </a:extLst>
          </p:cNvPr>
          <p:cNvSpPr>
            <a:spLocks noGrp="1"/>
          </p:cNvSpPr>
          <p:nvPr>
            <p:ph type="body" sz="quarter" idx="44" hasCustomPrompt="1"/>
          </p:nvPr>
        </p:nvSpPr>
        <p:spPr>
          <a:xfrm>
            <a:off x="10095882"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29" name="Title 2">
            <a:extLst>
              <a:ext uri="{FF2B5EF4-FFF2-40B4-BE49-F238E27FC236}">
                <a16:creationId xmlns:a16="http://schemas.microsoft.com/office/drawing/2014/main" id="{B87DF950-8C59-5635-493B-47BF5B6B028D}"/>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36" name="Picture Placeholder 6">
            <a:extLst>
              <a:ext uri="{FF2B5EF4-FFF2-40B4-BE49-F238E27FC236}">
                <a16:creationId xmlns:a16="http://schemas.microsoft.com/office/drawing/2014/main" id="{A515A847-B8F1-0835-FEF9-D0644A3666A3}"/>
              </a:ext>
            </a:extLst>
          </p:cNvPr>
          <p:cNvSpPr>
            <a:spLocks noGrp="1" noChangeAspect="1"/>
          </p:cNvSpPr>
          <p:nvPr>
            <p:ph type="pic" sz="quarter" idx="53" hasCustomPrompt="1"/>
          </p:nvPr>
        </p:nvSpPr>
        <p:spPr>
          <a:xfrm>
            <a:off x="4750100"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7" name="Picture Placeholder 8">
            <a:extLst>
              <a:ext uri="{FF2B5EF4-FFF2-40B4-BE49-F238E27FC236}">
                <a16:creationId xmlns:a16="http://schemas.microsoft.com/office/drawing/2014/main" id="{AFFDAEDA-7A67-EFF8-97FE-53895BDD7346}"/>
              </a:ext>
            </a:extLst>
          </p:cNvPr>
          <p:cNvSpPr>
            <a:spLocks noGrp="1" noChangeAspect="1"/>
          </p:cNvSpPr>
          <p:nvPr>
            <p:ph type="pic" sz="quarter" idx="54" hasCustomPrompt="1"/>
          </p:nvPr>
        </p:nvSpPr>
        <p:spPr>
          <a:xfrm>
            <a:off x="6532027"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8" name="Picture Placeholder 10">
            <a:extLst>
              <a:ext uri="{FF2B5EF4-FFF2-40B4-BE49-F238E27FC236}">
                <a16:creationId xmlns:a16="http://schemas.microsoft.com/office/drawing/2014/main" id="{CDEC200D-4F91-75FF-B3FC-CC83B1D2B426}"/>
              </a:ext>
            </a:extLst>
          </p:cNvPr>
          <p:cNvSpPr>
            <a:spLocks noGrp="1" noChangeAspect="1"/>
          </p:cNvSpPr>
          <p:nvPr>
            <p:ph type="pic" sz="quarter" idx="55" hasCustomPrompt="1"/>
          </p:nvPr>
        </p:nvSpPr>
        <p:spPr>
          <a:xfrm>
            <a:off x="8313954"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9" name="Picture Placeholder 12">
            <a:extLst>
              <a:ext uri="{FF2B5EF4-FFF2-40B4-BE49-F238E27FC236}">
                <a16:creationId xmlns:a16="http://schemas.microsoft.com/office/drawing/2014/main" id="{0C873EF1-166E-2DEB-DEA4-F4E92E72812A}"/>
              </a:ext>
            </a:extLst>
          </p:cNvPr>
          <p:cNvSpPr>
            <a:spLocks noGrp="1" noChangeAspect="1"/>
          </p:cNvSpPr>
          <p:nvPr>
            <p:ph type="pic" sz="quarter" idx="56" hasCustomPrompt="1"/>
          </p:nvPr>
        </p:nvSpPr>
        <p:spPr>
          <a:xfrm>
            <a:off x="10095882"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40" name="Text Placeholder 5">
            <a:extLst>
              <a:ext uri="{FF2B5EF4-FFF2-40B4-BE49-F238E27FC236}">
                <a16:creationId xmlns:a16="http://schemas.microsoft.com/office/drawing/2014/main" id="{EE6421DF-C4CF-347F-3F9F-B7C15DD342DB}"/>
              </a:ext>
            </a:extLst>
          </p:cNvPr>
          <p:cNvSpPr>
            <a:spLocks noGrp="1"/>
          </p:cNvSpPr>
          <p:nvPr>
            <p:ph type="body" sz="quarter" idx="57" hasCustomPrompt="1"/>
          </p:nvPr>
        </p:nvSpPr>
        <p:spPr>
          <a:xfrm>
            <a:off x="4751160"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1" name="Text Placeholder 6">
            <a:extLst>
              <a:ext uri="{FF2B5EF4-FFF2-40B4-BE49-F238E27FC236}">
                <a16:creationId xmlns:a16="http://schemas.microsoft.com/office/drawing/2014/main" id="{33C744BB-1061-9BD7-2063-D4FC3BA87A04}"/>
              </a:ext>
            </a:extLst>
          </p:cNvPr>
          <p:cNvSpPr>
            <a:spLocks noGrp="1"/>
          </p:cNvSpPr>
          <p:nvPr>
            <p:ph type="body" sz="quarter" idx="58" hasCustomPrompt="1"/>
          </p:nvPr>
        </p:nvSpPr>
        <p:spPr>
          <a:xfrm>
            <a:off x="6532027"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2" name="Text Placeholder 7">
            <a:extLst>
              <a:ext uri="{FF2B5EF4-FFF2-40B4-BE49-F238E27FC236}">
                <a16:creationId xmlns:a16="http://schemas.microsoft.com/office/drawing/2014/main" id="{FB23E977-71EF-1003-3CEF-A8A4D0D7990C}"/>
              </a:ext>
            </a:extLst>
          </p:cNvPr>
          <p:cNvSpPr>
            <a:spLocks noGrp="1"/>
          </p:cNvSpPr>
          <p:nvPr>
            <p:ph type="body" sz="quarter" idx="59" hasCustomPrompt="1"/>
          </p:nvPr>
        </p:nvSpPr>
        <p:spPr>
          <a:xfrm>
            <a:off x="8313954"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3" name="Text Placeholder 8">
            <a:extLst>
              <a:ext uri="{FF2B5EF4-FFF2-40B4-BE49-F238E27FC236}">
                <a16:creationId xmlns:a16="http://schemas.microsoft.com/office/drawing/2014/main" id="{3B567A05-2B76-107C-E1AA-BD5AA1C1C532}"/>
              </a:ext>
            </a:extLst>
          </p:cNvPr>
          <p:cNvSpPr>
            <a:spLocks noGrp="1"/>
          </p:cNvSpPr>
          <p:nvPr>
            <p:ph type="body" sz="quarter" idx="60" hasCustomPrompt="1"/>
          </p:nvPr>
        </p:nvSpPr>
        <p:spPr>
          <a:xfrm>
            <a:off x="10095882"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Tree>
    <p:extLst>
      <p:ext uri="{BB962C8B-B14F-4D97-AF65-F5344CB8AC3E}">
        <p14:creationId xmlns:p14="http://schemas.microsoft.com/office/powerpoint/2010/main" val="3456325115"/>
      </p:ext>
    </p:extLst>
  </p:cSld>
  <p:clrMapOvr>
    <a:masterClrMapping/>
  </p:clrMapOvr>
  <p:extLst>
    <p:ext uri="{DCECCB84-F9BA-43D5-87BE-67443E8EF086}">
      <p15:sldGuideLst xmlns:p15="http://schemas.microsoft.com/office/powerpoint/2012/main"/>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team + column dark mode">
    <p:bg>
      <p:bgRef idx="1001">
        <a:schemeClr val="bg1"/>
      </p:bgRef>
    </p:bg>
    <p:spTree>
      <p:nvGrpSpPr>
        <p:cNvPr id="1" name=""/>
        <p:cNvGrpSpPr/>
        <p:nvPr/>
      </p:nvGrpSpPr>
      <p:grpSpPr>
        <a:xfrm>
          <a:off x="0" y="0"/>
          <a:ext cx="0" cy="0"/>
          <a:chOff x="0" y="0"/>
          <a:chExt cx="0" cy="0"/>
        </a:xfrm>
      </p:grpSpPr>
      <p:sp>
        <p:nvSpPr>
          <p:cNvPr id="58" name="Title 2">
            <a:extLst>
              <a:ext uri="{FF2B5EF4-FFF2-40B4-BE49-F238E27FC236}">
                <a16:creationId xmlns:a16="http://schemas.microsoft.com/office/drawing/2014/main" id="{AF158A12-E108-974D-4A28-D2DDBC9F2451}"/>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10" name="Text Placeholder 2">
            <a:extLst>
              <a:ext uri="{FF2B5EF4-FFF2-40B4-BE49-F238E27FC236}">
                <a16:creationId xmlns:a16="http://schemas.microsoft.com/office/drawing/2014/main" id="{2A02CBC2-D34A-FE3B-A3F7-4E4A194F2668}"/>
              </a:ext>
            </a:extLst>
          </p:cNvPr>
          <p:cNvSpPr>
            <a:spLocks noGrp="1"/>
          </p:cNvSpPr>
          <p:nvPr>
            <p:ph type="body" sz="quarter" idx="42" hasCustomPrompt="1"/>
          </p:nvPr>
        </p:nvSpPr>
        <p:spPr>
          <a:xfrm>
            <a:off x="563409" y="1355292"/>
            <a:ext cx="3540355" cy="4757969"/>
          </a:xfrm>
          <a:prstGeom prst="rect">
            <a:avLst/>
          </a:prstGeom>
        </p:spPr>
        <p:txBody>
          <a:bodyPr/>
          <a:lstStyle>
            <a:lvl1pPr marL="0" indent="0">
              <a:buNone/>
              <a:defRPr sz="2000" b="0" i="0">
                <a:latin typeface="Graphik" panose="020B0503030202060203" pitchFamily="34" charset="77"/>
              </a:defRPr>
            </a:lvl1pPr>
            <a:lvl2pPr>
              <a:defRPr sz="1600" b="0" i="0">
                <a:latin typeface="Graphik" panose="020B0503030202060203" pitchFamily="34" charset="77"/>
              </a:defRPr>
            </a:lvl2pPr>
            <a:lvl3pPr>
              <a:defRPr sz="1600" b="0" i="0">
                <a:latin typeface="Graphik" panose="020B0503030202060203" pitchFamily="34" charset="77"/>
              </a:defRPr>
            </a:lvl3pPr>
            <a:lvl4pPr>
              <a:defRPr sz="1400" b="0" i="0">
                <a:latin typeface="Graphik" panose="020B0503030202060203" pitchFamily="34" charset="77"/>
              </a:defRPr>
            </a:lvl4pPr>
            <a:lvl5pPr>
              <a:defRPr sz="14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59" name="Picture Placeholder 6">
            <a:extLst>
              <a:ext uri="{FF2B5EF4-FFF2-40B4-BE49-F238E27FC236}">
                <a16:creationId xmlns:a16="http://schemas.microsoft.com/office/drawing/2014/main" id="{D9BDCE52-89A2-2B74-090A-1C2EF4190943}"/>
              </a:ext>
            </a:extLst>
          </p:cNvPr>
          <p:cNvSpPr>
            <a:spLocks noGrp="1" noChangeAspect="1"/>
          </p:cNvSpPr>
          <p:nvPr>
            <p:ph type="pic" sz="quarter" idx="16" hasCustomPrompt="1"/>
          </p:nvPr>
        </p:nvSpPr>
        <p:spPr>
          <a:xfrm>
            <a:off x="4750100"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0" name="Picture Placeholder 8">
            <a:extLst>
              <a:ext uri="{FF2B5EF4-FFF2-40B4-BE49-F238E27FC236}">
                <a16:creationId xmlns:a16="http://schemas.microsoft.com/office/drawing/2014/main" id="{719A3D27-6186-F931-9BF2-812767B56DF4}"/>
              </a:ext>
            </a:extLst>
          </p:cNvPr>
          <p:cNvSpPr>
            <a:spLocks noGrp="1" noChangeAspect="1"/>
          </p:cNvSpPr>
          <p:nvPr>
            <p:ph type="pic" sz="quarter" idx="17" hasCustomPrompt="1"/>
          </p:nvPr>
        </p:nvSpPr>
        <p:spPr>
          <a:xfrm>
            <a:off x="6532027"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1" name="Picture Placeholder 10">
            <a:extLst>
              <a:ext uri="{FF2B5EF4-FFF2-40B4-BE49-F238E27FC236}">
                <a16:creationId xmlns:a16="http://schemas.microsoft.com/office/drawing/2014/main" id="{221FD96F-56ED-3F4E-D5EC-ECE899136886}"/>
              </a:ext>
            </a:extLst>
          </p:cNvPr>
          <p:cNvSpPr>
            <a:spLocks noGrp="1" noChangeAspect="1"/>
          </p:cNvSpPr>
          <p:nvPr>
            <p:ph type="pic" sz="quarter" idx="24" hasCustomPrompt="1"/>
          </p:nvPr>
        </p:nvSpPr>
        <p:spPr>
          <a:xfrm>
            <a:off x="8313954"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2" name="Picture Placeholder 12">
            <a:extLst>
              <a:ext uri="{FF2B5EF4-FFF2-40B4-BE49-F238E27FC236}">
                <a16:creationId xmlns:a16="http://schemas.microsoft.com/office/drawing/2014/main" id="{BE2DD9EE-FBA3-C33C-873A-4515866F5D79}"/>
              </a:ext>
            </a:extLst>
          </p:cNvPr>
          <p:cNvSpPr>
            <a:spLocks noGrp="1" noChangeAspect="1"/>
          </p:cNvSpPr>
          <p:nvPr>
            <p:ph type="pic" sz="quarter" idx="18" hasCustomPrompt="1"/>
          </p:nvPr>
        </p:nvSpPr>
        <p:spPr>
          <a:xfrm>
            <a:off x="10095882"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Picture Placeholder 6">
            <a:extLst>
              <a:ext uri="{FF2B5EF4-FFF2-40B4-BE49-F238E27FC236}">
                <a16:creationId xmlns:a16="http://schemas.microsoft.com/office/drawing/2014/main" id="{B77582B8-1D1F-CACA-D550-1CD5A949EEA4}"/>
              </a:ext>
            </a:extLst>
          </p:cNvPr>
          <p:cNvSpPr>
            <a:spLocks noGrp="1" noChangeAspect="1"/>
          </p:cNvSpPr>
          <p:nvPr>
            <p:ph type="pic" sz="quarter" idx="53" hasCustomPrompt="1"/>
          </p:nvPr>
        </p:nvSpPr>
        <p:spPr>
          <a:xfrm>
            <a:off x="4750100"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8" name="Picture Placeholder 8">
            <a:extLst>
              <a:ext uri="{FF2B5EF4-FFF2-40B4-BE49-F238E27FC236}">
                <a16:creationId xmlns:a16="http://schemas.microsoft.com/office/drawing/2014/main" id="{17E0A0A0-43CE-5971-7C1E-E8F5AFA224E0}"/>
              </a:ext>
            </a:extLst>
          </p:cNvPr>
          <p:cNvSpPr>
            <a:spLocks noGrp="1" noChangeAspect="1"/>
          </p:cNvSpPr>
          <p:nvPr>
            <p:ph type="pic" sz="quarter" idx="54" hasCustomPrompt="1"/>
          </p:nvPr>
        </p:nvSpPr>
        <p:spPr>
          <a:xfrm>
            <a:off x="6532027"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9" name="Picture Placeholder 10">
            <a:extLst>
              <a:ext uri="{FF2B5EF4-FFF2-40B4-BE49-F238E27FC236}">
                <a16:creationId xmlns:a16="http://schemas.microsoft.com/office/drawing/2014/main" id="{40572D3B-08EC-27FB-6A1E-C67DB00074BA}"/>
              </a:ext>
            </a:extLst>
          </p:cNvPr>
          <p:cNvSpPr>
            <a:spLocks noGrp="1" noChangeAspect="1"/>
          </p:cNvSpPr>
          <p:nvPr>
            <p:ph type="pic" sz="quarter" idx="55" hasCustomPrompt="1"/>
          </p:nvPr>
        </p:nvSpPr>
        <p:spPr>
          <a:xfrm>
            <a:off x="8313954"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70" name="Picture Placeholder 12">
            <a:extLst>
              <a:ext uri="{FF2B5EF4-FFF2-40B4-BE49-F238E27FC236}">
                <a16:creationId xmlns:a16="http://schemas.microsoft.com/office/drawing/2014/main" id="{D5EF76A9-F22D-ED1F-C0F0-815EF85BAB71}"/>
              </a:ext>
            </a:extLst>
          </p:cNvPr>
          <p:cNvSpPr>
            <a:spLocks noGrp="1" noChangeAspect="1"/>
          </p:cNvSpPr>
          <p:nvPr>
            <p:ph type="pic" sz="quarter" idx="56" hasCustomPrompt="1"/>
          </p:nvPr>
        </p:nvSpPr>
        <p:spPr>
          <a:xfrm>
            <a:off x="10095882"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2" name="Text Placeholder 5">
            <a:extLst>
              <a:ext uri="{FF2B5EF4-FFF2-40B4-BE49-F238E27FC236}">
                <a16:creationId xmlns:a16="http://schemas.microsoft.com/office/drawing/2014/main" id="{CEDE1E1C-A17A-6673-F251-3E95D2B9A949}"/>
              </a:ext>
            </a:extLst>
          </p:cNvPr>
          <p:cNvSpPr>
            <a:spLocks noGrp="1"/>
          </p:cNvSpPr>
          <p:nvPr>
            <p:ph type="body" sz="quarter" idx="40" hasCustomPrompt="1"/>
          </p:nvPr>
        </p:nvSpPr>
        <p:spPr>
          <a:xfrm>
            <a:off x="4751160"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3" name="Text Placeholder 6">
            <a:extLst>
              <a:ext uri="{FF2B5EF4-FFF2-40B4-BE49-F238E27FC236}">
                <a16:creationId xmlns:a16="http://schemas.microsoft.com/office/drawing/2014/main" id="{EEB75AE2-2832-8C3E-9FFF-A5DFC859EF20}"/>
              </a:ext>
            </a:extLst>
          </p:cNvPr>
          <p:cNvSpPr>
            <a:spLocks noGrp="1"/>
          </p:cNvSpPr>
          <p:nvPr>
            <p:ph type="body" sz="quarter" idx="41" hasCustomPrompt="1"/>
          </p:nvPr>
        </p:nvSpPr>
        <p:spPr>
          <a:xfrm>
            <a:off x="6532027"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 name="Text Placeholder 7">
            <a:extLst>
              <a:ext uri="{FF2B5EF4-FFF2-40B4-BE49-F238E27FC236}">
                <a16:creationId xmlns:a16="http://schemas.microsoft.com/office/drawing/2014/main" id="{89767B47-D047-556C-4306-FDB23A31369B}"/>
              </a:ext>
            </a:extLst>
          </p:cNvPr>
          <p:cNvSpPr>
            <a:spLocks noGrp="1"/>
          </p:cNvSpPr>
          <p:nvPr>
            <p:ph type="body" sz="quarter" idx="43" hasCustomPrompt="1"/>
          </p:nvPr>
        </p:nvSpPr>
        <p:spPr>
          <a:xfrm>
            <a:off x="8313954"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5" name="Text Placeholder 8">
            <a:extLst>
              <a:ext uri="{FF2B5EF4-FFF2-40B4-BE49-F238E27FC236}">
                <a16:creationId xmlns:a16="http://schemas.microsoft.com/office/drawing/2014/main" id="{5FA34033-541B-ACBB-7450-5B6532CB8D0A}"/>
              </a:ext>
            </a:extLst>
          </p:cNvPr>
          <p:cNvSpPr>
            <a:spLocks noGrp="1"/>
          </p:cNvSpPr>
          <p:nvPr>
            <p:ph type="body" sz="quarter" idx="44" hasCustomPrompt="1"/>
          </p:nvPr>
        </p:nvSpPr>
        <p:spPr>
          <a:xfrm>
            <a:off x="10095882"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6" name="Text Placeholder 5">
            <a:extLst>
              <a:ext uri="{FF2B5EF4-FFF2-40B4-BE49-F238E27FC236}">
                <a16:creationId xmlns:a16="http://schemas.microsoft.com/office/drawing/2014/main" id="{08C7EC0A-DE98-38CE-AFC3-B90030BE5EDC}"/>
              </a:ext>
            </a:extLst>
          </p:cNvPr>
          <p:cNvSpPr>
            <a:spLocks noGrp="1"/>
          </p:cNvSpPr>
          <p:nvPr>
            <p:ph type="body" sz="quarter" idx="57" hasCustomPrompt="1"/>
          </p:nvPr>
        </p:nvSpPr>
        <p:spPr>
          <a:xfrm>
            <a:off x="4751160"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7" name="Text Placeholder 6">
            <a:extLst>
              <a:ext uri="{FF2B5EF4-FFF2-40B4-BE49-F238E27FC236}">
                <a16:creationId xmlns:a16="http://schemas.microsoft.com/office/drawing/2014/main" id="{B90A955C-7D16-1E89-F214-1FE4ABD4D8DF}"/>
              </a:ext>
            </a:extLst>
          </p:cNvPr>
          <p:cNvSpPr>
            <a:spLocks noGrp="1"/>
          </p:cNvSpPr>
          <p:nvPr>
            <p:ph type="body" sz="quarter" idx="58" hasCustomPrompt="1"/>
          </p:nvPr>
        </p:nvSpPr>
        <p:spPr>
          <a:xfrm>
            <a:off x="6532027"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8" name="Text Placeholder 7">
            <a:extLst>
              <a:ext uri="{FF2B5EF4-FFF2-40B4-BE49-F238E27FC236}">
                <a16:creationId xmlns:a16="http://schemas.microsoft.com/office/drawing/2014/main" id="{E2562963-2880-9DF0-CBA4-3B8CB37B8C6B}"/>
              </a:ext>
            </a:extLst>
          </p:cNvPr>
          <p:cNvSpPr>
            <a:spLocks noGrp="1"/>
          </p:cNvSpPr>
          <p:nvPr>
            <p:ph type="body" sz="quarter" idx="59" hasCustomPrompt="1"/>
          </p:nvPr>
        </p:nvSpPr>
        <p:spPr>
          <a:xfrm>
            <a:off x="8313954"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9" name="Text Placeholder 8">
            <a:extLst>
              <a:ext uri="{FF2B5EF4-FFF2-40B4-BE49-F238E27FC236}">
                <a16:creationId xmlns:a16="http://schemas.microsoft.com/office/drawing/2014/main" id="{661BD90B-C753-B163-80B8-1E78E44062C3}"/>
              </a:ext>
            </a:extLst>
          </p:cNvPr>
          <p:cNvSpPr>
            <a:spLocks noGrp="1"/>
          </p:cNvSpPr>
          <p:nvPr>
            <p:ph type="body" sz="quarter" idx="60" hasCustomPrompt="1"/>
          </p:nvPr>
        </p:nvSpPr>
        <p:spPr>
          <a:xfrm>
            <a:off x="10095882"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1" name="GTS_Purple">
            <a:extLst>
              <a:ext uri="{FF2B5EF4-FFF2-40B4-BE49-F238E27FC236}">
                <a16:creationId xmlns:a16="http://schemas.microsoft.com/office/drawing/2014/main" id="{B69C02E9-D221-652D-E7A0-F40E48E0A738}"/>
              </a:ext>
              <a:ext uri="{C183D7F6-B498-43B3-948B-1728B52AA6E4}">
                <adec:decorative xmlns:adec="http://schemas.microsoft.com/office/drawing/2017/decorative" val="1"/>
              </a:ext>
            </a:extLst>
          </p:cNvPr>
          <p:cNvSpPr>
            <a:spLocks noChangeAspect="1"/>
          </p:cNvSpPr>
          <p:nvPr userDrawn="1"/>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5148558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column + image">
    <p:spTree>
      <p:nvGrpSpPr>
        <p:cNvPr id="1" name=""/>
        <p:cNvGrpSpPr/>
        <p:nvPr/>
      </p:nvGrpSpPr>
      <p:grpSpPr>
        <a:xfrm>
          <a:off x="0" y="0"/>
          <a:ext cx="0" cy="0"/>
          <a:chOff x="0" y="0"/>
          <a:chExt cx="0" cy="0"/>
        </a:xfrm>
      </p:grpSpPr>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554567" y="1608762"/>
            <a:ext cx="4684835" cy="469996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549276"/>
            <a:ext cx="5541431" cy="5759454"/>
          </a:xfrm>
          <a:prstGeom prst="rect">
            <a:avLst/>
          </a:prstGeom>
          <a:solidFill>
            <a:schemeClr val="bg1">
              <a:lumMod val="95000"/>
            </a:schemeClr>
          </a:solidFill>
        </p:spPr>
        <p:txBody>
          <a:bodyPr tIns="548640" anchor="t"/>
          <a:lstStyle>
            <a:lvl1pPr marL="0" indent="0" algn="ctr" defTabSz="914377" rtl="0" eaLnBrk="1" latinLnBrk="0" hangingPunct="1">
              <a:lnSpc>
                <a:spcPct val="100000"/>
              </a:lnSpc>
              <a:spcBef>
                <a:spcPts val="0"/>
              </a:spcBef>
              <a:spcAft>
                <a:spcPts val="1200"/>
              </a:spcAft>
              <a:buFont typeface="Graphik" panose="020B0604020202020204" pitchFamily="34" charset="0"/>
              <a:buNone/>
              <a:defRPr lang="en-US" sz="1400" b="0" i="0" kern="1200" dirty="0">
                <a:solidFill>
                  <a:schemeClr val="tx1"/>
                </a:solidFill>
                <a:latin typeface="Graphik" panose="020B0503030202060203" pitchFamily="34" charset="77"/>
                <a:ea typeface="+mn-ea"/>
                <a:cs typeface="+mn-cs"/>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GB"/>
              <a:t>Drag picture to placeholder or click icon to add, then ‘Send to Back’</a:t>
            </a:r>
            <a:endParaRPr lang="en-US"/>
          </a:p>
        </p:txBody>
      </p:sp>
      <p:sp>
        <p:nvSpPr>
          <p:cNvPr id="7" name="Title 2">
            <a:extLst>
              <a:ext uri="{FF2B5EF4-FFF2-40B4-BE49-F238E27FC236}">
                <a16:creationId xmlns:a16="http://schemas.microsoft.com/office/drawing/2014/main" id="{A5DA1A25-51CF-5AD1-5E56-0DCBF1E1C695}"/>
              </a:ext>
            </a:extLst>
          </p:cNvPr>
          <p:cNvSpPr>
            <a:spLocks noGrp="1"/>
          </p:cNvSpPr>
          <p:nvPr>
            <p:ph type="title"/>
          </p:nvPr>
        </p:nvSpPr>
        <p:spPr>
          <a:xfrm>
            <a:off x="556467" y="572599"/>
            <a:ext cx="4684836" cy="916835"/>
          </a:xfrm>
        </p:spPr>
        <p:txBody>
          <a:bodyPr/>
          <a:lstStyle/>
          <a:p>
            <a:r>
              <a:rPr lang="en-GB"/>
              <a:t>Click to edit Master title style</a:t>
            </a:r>
            <a:endParaRPr lang="en-US"/>
          </a:p>
        </p:txBody>
      </p:sp>
      <p:sp>
        <p:nvSpPr>
          <p:cNvPr id="9" name="TextBox 8">
            <a:extLst>
              <a:ext uri="{FF2B5EF4-FFF2-40B4-BE49-F238E27FC236}">
                <a16:creationId xmlns:a16="http://schemas.microsoft.com/office/drawing/2014/main" id="{5932412D-AD03-BACB-C691-EC79CDF8A06A}"/>
              </a:ext>
            </a:extLst>
          </p:cNvPr>
          <p:cNvSpPr txBox="1"/>
          <p:nvPr userDrawn="1"/>
        </p:nvSpPr>
        <p:spPr>
          <a:xfrm>
            <a:off x="5618375" y="2686639"/>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1238254043"/>
      </p:ext>
    </p:extLst>
  </p:cSld>
  <p:clrMapOvr>
    <a:masterClrMapping/>
  </p:clrMapOvr>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Content: column + image, purple">
    <p:bg>
      <p:bgPr>
        <a:solidFill>
          <a:schemeClr val="tx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C6C9FFF-540B-B570-4E7C-61946F9149B2}"/>
              </a:ext>
            </a:extLst>
          </p:cNvPr>
          <p:cNvSpPr>
            <a:spLocks noGrp="1"/>
          </p:cNvSpPr>
          <p:nvPr>
            <p:ph type="title" hasCustomPrompt="1"/>
          </p:nvPr>
        </p:nvSpPr>
        <p:spPr>
          <a:xfrm>
            <a:off x="6533256" y="1354138"/>
            <a:ext cx="4595950" cy="1034129"/>
          </a:xfrm>
          <a:prstGeom prst="rect">
            <a:avLst/>
          </a:prstGeom>
        </p:spPr>
        <p:txBody>
          <a:bodyPr anchor="b"/>
          <a:lstStyle>
            <a:lvl1pPr>
              <a:defRPr sz="4200"/>
            </a:lvl1pPr>
          </a:lstStyle>
          <a:p>
            <a:r>
              <a:rPr lang="en-GB"/>
              <a:t>Click to edit Section title style</a:t>
            </a: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549275"/>
            <a:ext cx="6007099" cy="5561126"/>
          </a:xfrm>
          <a:prstGeom prst="rect">
            <a:avLst/>
          </a:prstGeom>
          <a:solidFill>
            <a:schemeClr val="tx1">
              <a:lumMod val="95000"/>
            </a:schemeClr>
          </a:solidFill>
        </p:spPr>
        <p:txBody>
          <a:bodyPr lIns="0" tIns="210312"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6" name="Text Placeholder 14">
            <a:extLst>
              <a:ext uri="{FF2B5EF4-FFF2-40B4-BE49-F238E27FC236}">
                <a16:creationId xmlns:a16="http://schemas.microsoft.com/office/drawing/2014/main" id="{45230204-CC18-5C95-0BFC-9C8E11430BCA}"/>
              </a:ext>
            </a:extLst>
          </p:cNvPr>
          <p:cNvSpPr>
            <a:spLocks noGrp="1"/>
          </p:cNvSpPr>
          <p:nvPr>
            <p:ph type="body" sz="quarter" idx="15" hasCustomPrompt="1"/>
          </p:nvPr>
        </p:nvSpPr>
        <p:spPr>
          <a:xfrm>
            <a:off x="6533256" y="2662862"/>
            <a:ext cx="4684835" cy="359823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3" name="GTS_WH">
            <a:extLst>
              <a:ext uri="{FF2B5EF4-FFF2-40B4-BE49-F238E27FC236}">
                <a16:creationId xmlns:a16="http://schemas.microsoft.com/office/drawing/2014/main" id="{717D1E3E-BD53-CBF3-62AF-19504EE818A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5" name="copyright">
            <a:extLst>
              <a:ext uri="{FF2B5EF4-FFF2-40B4-BE49-F238E27FC236}">
                <a16:creationId xmlns:a16="http://schemas.microsoft.com/office/drawing/2014/main" id="{2474523B-1F34-A604-B640-C5B887005C9D}"/>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28236719-F299-27AE-8104-D07B5280084D}"/>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27513283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Content: column + image, dark mode">
    <p:bg>
      <p:bgPr>
        <a:solidFill>
          <a:srgbClr val="000000"/>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E89B75D-7DDF-ED09-FE69-8B56D6AED919}"/>
              </a:ext>
            </a:extLst>
          </p:cNvPr>
          <p:cNvSpPr>
            <a:spLocks noGrp="1"/>
          </p:cNvSpPr>
          <p:nvPr>
            <p:ph type="title" hasCustomPrompt="1"/>
          </p:nvPr>
        </p:nvSpPr>
        <p:spPr>
          <a:xfrm>
            <a:off x="6533256" y="1354138"/>
            <a:ext cx="4595950" cy="1034129"/>
          </a:xfrm>
          <a:prstGeom prst="rect">
            <a:avLst/>
          </a:prstGeom>
        </p:spPr>
        <p:txBody>
          <a:bodyPr anchor="b"/>
          <a:lstStyle>
            <a:lvl1pPr>
              <a:defRPr sz="4200"/>
            </a:lvl1pPr>
          </a:lstStyle>
          <a:p>
            <a:r>
              <a:rPr lang="en-GB"/>
              <a:t>Click to edit Section title style</a:t>
            </a:r>
            <a:endParaRPr lang="en-US"/>
          </a:p>
        </p:txBody>
      </p:sp>
      <p:sp>
        <p:nvSpPr>
          <p:cNvPr id="5" name="Text Placeholder 14">
            <a:extLst>
              <a:ext uri="{FF2B5EF4-FFF2-40B4-BE49-F238E27FC236}">
                <a16:creationId xmlns:a16="http://schemas.microsoft.com/office/drawing/2014/main" id="{B4655C9C-EA3F-C392-C162-DB5AFB91842A}"/>
              </a:ext>
            </a:extLst>
          </p:cNvPr>
          <p:cNvSpPr>
            <a:spLocks noGrp="1"/>
          </p:cNvSpPr>
          <p:nvPr>
            <p:ph type="body" sz="quarter" idx="15" hasCustomPrompt="1"/>
          </p:nvPr>
        </p:nvSpPr>
        <p:spPr>
          <a:xfrm>
            <a:off x="6533256" y="2662862"/>
            <a:ext cx="4684835" cy="359823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4" name="Picture Placeholder 35">
            <a:extLst>
              <a:ext uri="{FF2B5EF4-FFF2-40B4-BE49-F238E27FC236}">
                <a16:creationId xmlns:a16="http://schemas.microsoft.com/office/drawing/2014/main" id="{E30B0B1B-B70F-0FD3-F9A3-B0EE6C801E7F}"/>
              </a:ext>
            </a:extLst>
          </p:cNvPr>
          <p:cNvSpPr>
            <a:spLocks noGrp="1"/>
          </p:cNvSpPr>
          <p:nvPr>
            <p:ph type="pic" sz="quarter" idx="16" hasCustomPrompt="1"/>
          </p:nvPr>
        </p:nvSpPr>
        <p:spPr>
          <a:xfrm>
            <a:off x="0" y="549275"/>
            <a:ext cx="6007100" cy="5561126"/>
          </a:xfrm>
          <a:prstGeom prst="rect">
            <a:avLst/>
          </a:prstGeom>
          <a:solidFill>
            <a:schemeClr val="tx1">
              <a:lumMod val="95000"/>
            </a:schemeClr>
          </a:solidFill>
        </p:spPr>
        <p:txBody>
          <a:bodyPr lIns="0" tIns="210312"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3" name="GTS_WH">
            <a:extLst>
              <a:ext uri="{FF2B5EF4-FFF2-40B4-BE49-F238E27FC236}">
                <a16:creationId xmlns:a16="http://schemas.microsoft.com/office/drawing/2014/main" id="{717D1E3E-BD53-CBF3-62AF-19504EE818A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6" name="copyright">
            <a:extLst>
              <a:ext uri="{FF2B5EF4-FFF2-40B4-BE49-F238E27FC236}">
                <a16:creationId xmlns:a16="http://schemas.microsoft.com/office/drawing/2014/main" id="{71CDECC6-DEE3-D5F7-A7C8-D4473D9F4F71}"/>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829128A2-7647-DB1F-6198-C2A2C402A7BC}"/>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42085899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ntent: custom 1">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9BDC0A4D-E346-3CCE-788C-9669BEFC9B76}"/>
              </a:ext>
            </a:extLst>
          </p:cNvPr>
          <p:cNvSpPr>
            <a:spLocks noGrp="1"/>
          </p:cNvSpPr>
          <p:nvPr>
            <p:ph type="title" hasCustomPrompt="1"/>
          </p:nvPr>
        </p:nvSpPr>
        <p:spPr>
          <a:xfrm>
            <a:off x="554569" y="1351442"/>
            <a:ext cx="4118519" cy="1772793"/>
          </a:xfrm>
          <a:prstGeom prst="rect">
            <a:avLst/>
          </a:prstGeom>
        </p:spPr>
        <p:txBody>
          <a:bodyPr anchor="b"/>
          <a:lstStyle>
            <a:lvl1pPr>
              <a:defRPr sz="4800"/>
            </a:lvl1pPr>
          </a:lstStyle>
          <a:p>
            <a:r>
              <a:rPr lang="en-US"/>
              <a:t>Click to edit Section title style</a:t>
            </a:r>
          </a:p>
        </p:txBody>
      </p:sp>
      <p:sp>
        <p:nvSpPr>
          <p:cNvPr id="18" name="Picture Placeholder 18">
            <a:extLst>
              <a:ext uri="{FF2B5EF4-FFF2-40B4-BE49-F238E27FC236}">
                <a16:creationId xmlns:a16="http://schemas.microsoft.com/office/drawing/2014/main" id="{D9945356-3D82-526D-F3EC-EF9A544BCDC7}"/>
              </a:ext>
            </a:extLst>
          </p:cNvPr>
          <p:cNvSpPr>
            <a:spLocks noGrp="1"/>
          </p:cNvSpPr>
          <p:nvPr>
            <p:ph type="pic" sz="quarter" idx="36" hasCustomPrompt="1"/>
          </p:nvPr>
        </p:nvSpPr>
        <p:spPr bwMode="gray">
          <a:xfrm>
            <a:off x="5040827" y="554497"/>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6" name="Text Placeholder 5">
            <a:extLst>
              <a:ext uri="{FF2B5EF4-FFF2-40B4-BE49-F238E27FC236}">
                <a16:creationId xmlns:a16="http://schemas.microsoft.com/office/drawing/2014/main" id="{C4602F9E-5DF1-F42B-7D21-8791F0ABAE8F}"/>
              </a:ext>
            </a:extLst>
          </p:cNvPr>
          <p:cNvSpPr>
            <a:spLocks noGrp="1"/>
          </p:cNvSpPr>
          <p:nvPr>
            <p:ph type="body" sz="quarter" idx="39"/>
          </p:nvPr>
        </p:nvSpPr>
        <p:spPr>
          <a:xfrm>
            <a:off x="5068197" y="2302697"/>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
        <p:nvSpPr>
          <p:cNvPr id="20" name="Picture Placeholder 18">
            <a:extLst>
              <a:ext uri="{FF2B5EF4-FFF2-40B4-BE49-F238E27FC236}">
                <a16:creationId xmlns:a16="http://schemas.microsoft.com/office/drawing/2014/main" id="{043D01E8-2D14-8582-D392-AC17CD2A4198}"/>
              </a:ext>
            </a:extLst>
          </p:cNvPr>
          <p:cNvSpPr>
            <a:spLocks noGrp="1"/>
          </p:cNvSpPr>
          <p:nvPr>
            <p:ph type="pic" sz="quarter" idx="38" hasCustomPrompt="1"/>
          </p:nvPr>
        </p:nvSpPr>
        <p:spPr bwMode="gray">
          <a:xfrm>
            <a:off x="8516471" y="554497"/>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7" name="Text Placeholder 5">
            <a:extLst>
              <a:ext uri="{FF2B5EF4-FFF2-40B4-BE49-F238E27FC236}">
                <a16:creationId xmlns:a16="http://schemas.microsoft.com/office/drawing/2014/main" id="{B286CD00-6CFB-20C2-A09E-D720E0360520}"/>
              </a:ext>
            </a:extLst>
          </p:cNvPr>
          <p:cNvSpPr>
            <a:spLocks noGrp="1"/>
          </p:cNvSpPr>
          <p:nvPr>
            <p:ph type="body" sz="quarter" idx="40"/>
          </p:nvPr>
        </p:nvSpPr>
        <p:spPr>
          <a:xfrm>
            <a:off x="8516471" y="2302697"/>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
        <p:nvSpPr>
          <p:cNvPr id="10" name="Picture Placeholder 18">
            <a:extLst>
              <a:ext uri="{FF2B5EF4-FFF2-40B4-BE49-F238E27FC236}">
                <a16:creationId xmlns:a16="http://schemas.microsoft.com/office/drawing/2014/main" id="{5552C60D-F6B3-15A8-3518-C6B4BC2F4D3B}"/>
              </a:ext>
            </a:extLst>
          </p:cNvPr>
          <p:cNvSpPr>
            <a:spLocks noGrp="1"/>
          </p:cNvSpPr>
          <p:nvPr>
            <p:ph type="pic" sz="quarter" idx="13" hasCustomPrompt="1"/>
          </p:nvPr>
        </p:nvSpPr>
        <p:spPr bwMode="gray">
          <a:xfrm>
            <a:off x="5040827" y="3650689"/>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8" name="Text Placeholder 5">
            <a:extLst>
              <a:ext uri="{FF2B5EF4-FFF2-40B4-BE49-F238E27FC236}">
                <a16:creationId xmlns:a16="http://schemas.microsoft.com/office/drawing/2014/main" id="{0C3EB0FF-A89F-1F16-2674-8CA149E690B3}"/>
              </a:ext>
            </a:extLst>
          </p:cNvPr>
          <p:cNvSpPr>
            <a:spLocks noGrp="1"/>
          </p:cNvSpPr>
          <p:nvPr>
            <p:ph type="body" sz="quarter" idx="41"/>
          </p:nvPr>
        </p:nvSpPr>
        <p:spPr>
          <a:xfrm>
            <a:off x="5068197" y="5404111"/>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
        <p:nvSpPr>
          <p:cNvPr id="12" name="Picture Placeholder 18">
            <a:extLst>
              <a:ext uri="{FF2B5EF4-FFF2-40B4-BE49-F238E27FC236}">
                <a16:creationId xmlns:a16="http://schemas.microsoft.com/office/drawing/2014/main" id="{8BB12B5F-02FD-86E4-33E5-F8118970C9C9}"/>
              </a:ext>
            </a:extLst>
          </p:cNvPr>
          <p:cNvSpPr>
            <a:spLocks noGrp="1"/>
          </p:cNvSpPr>
          <p:nvPr>
            <p:ph type="pic" sz="quarter" idx="34" hasCustomPrompt="1"/>
          </p:nvPr>
        </p:nvSpPr>
        <p:spPr bwMode="gray">
          <a:xfrm>
            <a:off x="8516471" y="3650689"/>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13" name="Text Placeholder 5">
            <a:extLst>
              <a:ext uri="{FF2B5EF4-FFF2-40B4-BE49-F238E27FC236}">
                <a16:creationId xmlns:a16="http://schemas.microsoft.com/office/drawing/2014/main" id="{2CFC039C-2FE3-6F68-1711-363159A29E21}"/>
              </a:ext>
            </a:extLst>
          </p:cNvPr>
          <p:cNvSpPr>
            <a:spLocks noGrp="1"/>
          </p:cNvSpPr>
          <p:nvPr>
            <p:ph type="body" sz="quarter" idx="42"/>
          </p:nvPr>
        </p:nvSpPr>
        <p:spPr>
          <a:xfrm>
            <a:off x="8516471" y="5404111"/>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266821285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ntent: statistics + image, light and purple">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hasCustomPrompt="1"/>
          </p:nvPr>
        </p:nvSpPr>
        <p:spPr>
          <a:xfrm>
            <a:off x="561601" y="1085532"/>
            <a:ext cx="5292575" cy="984885"/>
          </a:xfrm>
          <a:prstGeom prst="rect">
            <a:avLst/>
          </a:prstGeom>
        </p:spPr>
        <p:txBody>
          <a:bodyPr anchor="ctr"/>
          <a:lstStyle>
            <a:lvl1pPr>
              <a:defRPr sz="4000"/>
            </a:lvl1pPr>
          </a:lstStyle>
          <a:p>
            <a:r>
              <a:rPr lang="en-US"/>
              <a:t>Place headline in </a:t>
            </a:r>
            <a:r>
              <a:rPr lang="en-US" err="1"/>
              <a:t>Graphik</a:t>
            </a:r>
            <a:r>
              <a:rPr lang="en-US"/>
              <a:t> Semibold</a:t>
            </a:r>
          </a:p>
        </p:txBody>
      </p:sp>
      <p:sp>
        <p:nvSpPr>
          <p:cNvPr id="38" name="Picture Placeholder 3">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76" y="0"/>
            <a:ext cx="3048024" cy="3089456"/>
          </a:xfrm>
          <a:prstGeom prst="rect">
            <a:avLst/>
          </a:prstGeom>
          <a:solidFill>
            <a:schemeClr val="bg1">
              <a:lumMod val="95000"/>
            </a:schemeClr>
          </a:solidFill>
        </p:spPr>
        <p:txBody>
          <a:bodyPr t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a:t>
            </a:r>
          </a:p>
          <a:p>
            <a:r>
              <a:rPr lang="en-GB"/>
              <a:t>or click icon to add</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5" y="319269"/>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0" name="Text Placeholder 6">
            <a:extLst>
              <a:ext uri="{FF2B5EF4-FFF2-40B4-BE49-F238E27FC236}">
                <a16:creationId xmlns:a16="http://schemas.microsoft.com/office/drawing/2014/main" id="{0E13751C-7DFF-BC74-C2E3-F873D7210D7F}"/>
              </a:ext>
            </a:extLst>
          </p:cNvPr>
          <p:cNvSpPr>
            <a:spLocks noGrp="1"/>
          </p:cNvSpPr>
          <p:nvPr>
            <p:ph type="body" sz="quarter" idx="32"/>
          </p:nvPr>
        </p:nvSpPr>
        <p:spPr>
          <a:xfrm>
            <a:off x="9525004" y="1472692"/>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1" name="Picture Placeholder 6">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089456"/>
            <a:ext cx="3048000" cy="3039884"/>
          </a:xfrm>
          <a:prstGeom prst="rect">
            <a:avLst/>
          </a:prstGeom>
          <a:solidFill>
            <a:schemeClr val="bg1">
              <a:lumMod val="95000"/>
            </a:schemeClr>
          </a:solidFill>
        </p:spPr>
        <p:txBody>
          <a:bodyPr vert="horz" lIns="0" tIns="274320" rIns="0" bIns="0" rtlCol="0" anchor="ctr">
            <a:noAutofit/>
          </a:bodyPr>
          <a:lstStyle>
            <a:lvl1pPr marL="0" indent="0" algn="ctr">
              <a:buNone/>
              <a:defRPr lang="en-US" sz="1400" b="0" i="0" dirty="0">
                <a:latin typeface="Graphik" panose="020B0503030202060203" pitchFamily="34" charset="77"/>
              </a:defRPr>
            </a:lvl1pPr>
          </a:lstStyle>
          <a:p>
            <a:pPr marL="228594" lvl="0" indent="-228594" algn="ctr"/>
            <a:r>
              <a:rPr lang="en-GB"/>
              <a:t>Drag picture to placeholder </a:t>
            </a:r>
          </a:p>
          <a:p>
            <a:pPr marL="228594" lvl="0" indent="-228594" algn="ctr"/>
            <a:r>
              <a:rPr lang="en-GB"/>
              <a:t>or click icon to add</a:t>
            </a:r>
            <a:endParaRPr lang="en-US"/>
          </a:p>
        </p:txBody>
      </p:sp>
      <p:sp>
        <p:nvSpPr>
          <p:cNvPr id="8" name="Rectangle 7">
            <a:extLst>
              <a:ext uri="{FF2B5EF4-FFF2-40B4-BE49-F238E27FC236}">
                <a16:creationId xmlns:a16="http://schemas.microsoft.com/office/drawing/2014/main" id="{3D16F949-3472-4EBC-9DC1-05EC807C9FC0}"/>
              </a:ext>
              <a:ext uri="{C183D7F6-B498-43B3-948B-1728B52AA6E4}">
                <adec:decorative xmlns:adec="http://schemas.microsoft.com/office/drawing/2017/decorative" val="1"/>
              </a:ext>
            </a:extLst>
          </p:cNvPr>
          <p:cNvSpPr/>
          <p:nvPr userDrawn="1"/>
        </p:nvSpPr>
        <p:spPr bwMode="white">
          <a:xfrm>
            <a:off x="3048000" y="3089456"/>
            <a:ext cx="3047968" cy="30398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solidFill>
                <a:srgbClr val="FFFFFF"/>
              </a:solidFill>
              <a:latin typeface="Graphik" panose="020B0503030202060203" pitchFamily="34" charset="77"/>
            </a:endParaRPr>
          </a:p>
        </p:txBody>
      </p:sp>
      <p:sp>
        <p:nvSpPr>
          <p:cNvPr id="48" name="Text Placeholder 7">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9" y="3384433"/>
            <a:ext cx="2285996" cy="912223"/>
          </a:xfrm>
          <a:prstGeom prst="rect">
            <a:avLst/>
          </a:prstGeom>
        </p:spPr>
        <p:txBody>
          <a:bodyPr anchor="ctr"/>
          <a:lstStyle>
            <a:lvl1pPr marL="0" indent="0">
              <a:buNone/>
              <a:defRPr lang="en-US" sz="5333" b="0" i="0" kern="1200" dirty="0">
                <a:solidFill>
                  <a:schemeClr val="bg1"/>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177CEAEA-C612-CFB5-8548-FA7A606FA780}"/>
              </a:ext>
            </a:extLst>
          </p:cNvPr>
          <p:cNvSpPr>
            <a:spLocks noGrp="1"/>
          </p:cNvSpPr>
          <p:nvPr>
            <p:ph type="body" sz="quarter" idx="30"/>
          </p:nvPr>
        </p:nvSpPr>
        <p:spPr>
          <a:xfrm>
            <a:off x="3428948"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9">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9" y="3384433"/>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 name="Text Placeholder 6">
            <a:extLst>
              <a:ext uri="{FF2B5EF4-FFF2-40B4-BE49-F238E27FC236}">
                <a16:creationId xmlns:a16="http://schemas.microsoft.com/office/drawing/2014/main" id="{C15EB609-6106-F616-161A-9233408C6233}"/>
              </a:ext>
            </a:extLst>
          </p:cNvPr>
          <p:cNvSpPr>
            <a:spLocks noGrp="1"/>
          </p:cNvSpPr>
          <p:nvPr>
            <p:ph type="body" sz="quarter" idx="29"/>
          </p:nvPr>
        </p:nvSpPr>
        <p:spPr>
          <a:xfrm>
            <a:off x="6476916"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9" name="Rectangle 28">
            <a:extLst>
              <a:ext uri="{FF2B5EF4-FFF2-40B4-BE49-F238E27FC236}">
                <a16:creationId xmlns:a16="http://schemas.microsoft.com/office/drawing/2014/main" id="{F2E53630-789F-425F-8AB1-96EFF4EA1E46}"/>
              </a:ext>
              <a:ext uri="{C183D7F6-B498-43B3-948B-1728B52AA6E4}">
                <adec:decorative xmlns:adec="http://schemas.microsoft.com/office/drawing/2017/decorative" val="1"/>
              </a:ext>
            </a:extLst>
          </p:cNvPr>
          <p:cNvSpPr/>
          <p:nvPr userDrawn="1"/>
        </p:nvSpPr>
        <p:spPr bwMode="white">
          <a:xfrm>
            <a:off x="9144056" y="3089456"/>
            <a:ext cx="3047944" cy="303988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4" name="Text Placeholder 11">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5" y="3384433"/>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8DB439E6-E715-1347-EEE3-DF2D5F246A0B}"/>
              </a:ext>
            </a:extLst>
          </p:cNvPr>
          <p:cNvSpPr>
            <a:spLocks noGrp="1"/>
          </p:cNvSpPr>
          <p:nvPr>
            <p:ph type="body" sz="quarter" idx="31"/>
          </p:nvPr>
        </p:nvSpPr>
        <p:spPr>
          <a:xfrm>
            <a:off x="9525004"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8" name="Bottom tag">
            <a:extLst>
              <a:ext uri="{FF2B5EF4-FFF2-40B4-BE49-F238E27FC236}">
                <a16:creationId xmlns:a16="http://schemas.microsoft.com/office/drawing/2014/main" id="{F77F3A03-358C-60D3-DCF9-8A5F831189BE}"/>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2" name="GTS_WH">
            <a:extLst>
              <a:ext uri="{FF2B5EF4-FFF2-40B4-BE49-F238E27FC236}">
                <a16:creationId xmlns:a16="http://schemas.microsoft.com/office/drawing/2014/main" id="{DBC74FCB-98B7-4709-AC5F-5575E6BA21E2}"/>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2" name="copyright">
            <a:extLst>
              <a:ext uri="{FF2B5EF4-FFF2-40B4-BE49-F238E27FC236}">
                <a16:creationId xmlns:a16="http://schemas.microsoft.com/office/drawing/2014/main" id="{281AFB62-DF00-C781-B194-BA35B5F26EDD}"/>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5A95B4E2-055A-BEE2-36E8-45DD70D13404}"/>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3571410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ntent: statistics + image, dark and purple">
    <p:bg>
      <p:bgPr>
        <a:solidFill>
          <a:srgbClr val="000000"/>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hasCustomPrompt="1"/>
          </p:nvPr>
        </p:nvSpPr>
        <p:spPr>
          <a:xfrm>
            <a:off x="561601" y="1085532"/>
            <a:ext cx="5312727" cy="984885"/>
          </a:xfrm>
          <a:prstGeom prst="rect">
            <a:avLst/>
          </a:prstGeom>
        </p:spPr>
        <p:txBody>
          <a:bodyPr anchor="ctr"/>
          <a:lstStyle>
            <a:lvl1pPr>
              <a:defRPr sz="4000">
                <a:solidFill>
                  <a:srgbClr val="FFFFFF"/>
                </a:solidFill>
              </a:defRPr>
            </a:lvl1pPr>
          </a:lstStyle>
          <a:p>
            <a:r>
              <a:rPr lang="en-US"/>
              <a:t>Place headline in </a:t>
            </a:r>
            <a:r>
              <a:rPr lang="en-US" err="1"/>
              <a:t>Graphik</a:t>
            </a:r>
            <a:r>
              <a:rPr lang="en-US"/>
              <a:t> Semibold</a:t>
            </a:r>
          </a:p>
        </p:txBody>
      </p:sp>
      <p:sp>
        <p:nvSpPr>
          <p:cNvPr id="38" name="Picture Placeholder 3">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6032" y="-1"/>
            <a:ext cx="3048024" cy="3074023"/>
          </a:xfrm>
          <a:prstGeom prst="rect">
            <a:avLst/>
          </a:prstGeom>
          <a:solidFill>
            <a:schemeClr val="bg1">
              <a:lumMod val="95000"/>
            </a:schemeClr>
          </a:solidFill>
        </p:spPr>
        <p:txBody>
          <a:bodyPr t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a:t>
            </a:r>
          </a:p>
          <a:p>
            <a:r>
              <a:rPr lang="en-GB"/>
              <a:t>or click icon to add</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10" y="303835"/>
            <a:ext cx="2285996" cy="912223"/>
          </a:xfrm>
          <a:prstGeom prst="rect">
            <a:avLst/>
          </a:prstGeom>
        </p:spPr>
        <p:txBody>
          <a:bodyPr anchor="ctr"/>
          <a:lstStyle>
            <a:lvl1pPr marL="0" indent="0">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0" name="Text Placeholder 6">
            <a:extLst>
              <a:ext uri="{FF2B5EF4-FFF2-40B4-BE49-F238E27FC236}">
                <a16:creationId xmlns:a16="http://schemas.microsoft.com/office/drawing/2014/main" id="{202CA0A6-65B9-D658-1AEC-00085854F84B}"/>
              </a:ext>
            </a:extLst>
          </p:cNvPr>
          <p:cNvSpPr>
            <a:spLocks noGrp="1"/>
          </p:cNvSpPr>
          <p:nvPr>
            <p:ph type="body" sz="quarter" idx="32"/>
          </p:nvPr>
        </p:nvSpPr>
        <p:spPr>
          <a:xfrm>
            <a:off x="9525004" y="1472692"/>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1" name="Picture Placeholder 6">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074022"/>
            <a:ext cx="3048000" cy="3055316"/>
          </a:xfrm>
          <a:prstGeom prst="rect">
            <a:avLst/>
          </a:prstGeom>
          <a:solidFill>
            <a:schemeClr val="bg1">
              <a:lumMod val="95000"/>
            </a:schemeClr>
          </a:solidFill>
        </p:spPr>
        <p:txBody>
          <a:bodyPr vert="horz" lIns="0" tIns="274320" rIns="0" bIns="0" rtlCol="0" anchor="ctr">
            <a:noAutofit/>
          </a:bodyPr>
          <a:lstStyle>
            <a:lvl1pPr marL="0" indent="0" algn="ctr">
              <a:buNone/>
              <a:defRPr lang="en-US" sz="1400" b="0" i="0" dirty="0">
                <a:latin typeface="Graphik" panose="020B0503030202060203" pitchFamily="34" charset="77"/>
              </a:defRPr>
            </a:lvl1pPr>
          </a:lstStyle>
          <a:p>
            <a:pPr marL="228594" lvl="0" indent="-228594" algn="ctr"/>
            <a:r>
              <a:rPr lang="en-GB"/>
              <a:t>Drag picture to placeholder </a:t>
            </a:r>
          </a:p>
          <a:p>
            <a:pPr marL="228594" lvl="0" indent="-228594" algn="ctr"/>
            <a:r>
              <a:rPr lang="en-GB"/>
              <a:t>or click icon to add</a:t>
            </a:r>
            <a:endParaRPr lang="en-US"/>
          </a:p>
        </p:txBody>
      </p:sp>
      <p:sp>
        <p:nvSpPr>
          <p:cNvPr id="8" name="Rectangle 7">
            <a:extLst>
              <a:ext uri="{FF2B5EF4-FFF2-40B4-BE49-F238E27FC236}">
                <a16:creationId xmlns:a16="http://schemas.microsoft.com/office/drawing/2014/main" id="{3D16F949-3472-4EBC-9DC1-05EC807C9FC0}"/>
              </a:ext>
              <a:ext uri="{C183D7F6-B498-43B3-948B-1728B52AA6E4}">
                <adec:decorative xmlns:adec="http://schemas.microsoft.com/office/drawing/2017/decorative" val="1"/>
              </a:ext>
            </a:extLst>
          </p:cNvPr>
          <p:cNvSpPr/>
          <p:nvPr userDrawn="1"/>
        </p:nvSpPr>
        <p:spPr bwMode="white">
          <a:xfrm>
            <a:off x="3048000" y="3074022"/>
            <a:ext cx="3047968" cy="30553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48" name="Text Placeholder 7">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9" y="3384433"/>
            <a:ext cx="2285996" cy="912223"/>
          </a:xfrm>
          <a:prstGeom prst="rect">
            <a:avLst/>
          </a:prstGeom>
        </p:spPr>
        <p:txBody>
          <a:bodyPr anchor="ctr"/>
          <a:lstStyle>
            <a:lvl1pPr marL="0" indent="0">
              <a:buNone/>
              <a:defRPr lang="en-US" sz="5333" b="0" i="0" kern="1200" dirty="0">
                <a:solidFill>
                  <a:schemeClr val="bg1"/>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 name="Text Placeholder 6">
            <a:extLst>
              <a:ext uri="{FF2B5EF4-FFF2-40B4-BE49-F238E27FC236}">
                <a16:creationId xmlns:a16="http://schemas.microsoft.com/office/drawing/2014/main" id="{DFC923C6-9E63-5C37-D6CE-0C0C7F31BA14}"/>
              </a:ext>
            </a:extLst>
          </p:cNvPr>
          <p:cNvSpPr>
            <a:spLocks noGrp="1"/>
          </p:cNvSpPr>
          <p:nvPr>
            <p:ph type="body" sz="quarter" idx="30"/>
          </p:nvPr>
        </p:nvSpPr>
        <p:spPr>
          <a:xfrm>
            <a:off x="3428948"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9">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9" y="3384433"/>
            <a:ext cx="2285996" cy="912223"/>
          </a:xfrm>
          <a:prstGeom prst="rect">
            <a:avLst/>
          </a:prstGeom>
        </p:spPr>
        <p:txBody>
          <a:bodyPr anchor="ctr"/>
          <a:lstStyle>
            <a:lvl1pPr marL="0" indent="0">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 name="Text Placeholder 6">
            <a:extLst>
              <a:ext uri="{FF2B5EF4-FFF2-40B4-BE49-F238E27FC236}">
                <a16:creationId xmlns:a16="http://schemas.microsoft.com/office/drawing/2014/main" id="{8E3ED24E-CC9B-F99D-ABD2-271CAAC31C78}"/>
              </a:ext>
            </a:extLst>
          </p:cNvPr>
          <p:cNvSpPr>
            <a:spLocks noGrp="1"/>
          </p:cNvSpPr>
          <p:nvPr>
            <p:ph type="body" sz="quarter" idx="29"/>
          </p:nvPr>
        </p:nvSpPr>
        <p:spPr>
          <a:xfrm>
            <a:off x="6476916"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9" name="Rectangle 28">
            <a:extLst>
              <a:ext uri="{FF2B5EF4-FFF2-40B4-BE49-F238E27FC236}">
                <a16:creationId xmlns:a16="http://schemas.microsoft.com/office/drawing/2014/main" id="{F2E53630-789F-425F-8AB1-96EFF4EA1E46}"/>
              </a:ext>
              <a:ext uri="{C183D7F6-B498-43B3-948B-1728B52AA6E4}">
                <adec:decorative xmlns:adec="http://schemas.microsoft.com/office/drawing/2017/decorative" val="1"/>
              </a:ext>
            </a:extLst>
          </p:cNvPr>
          <p:cNvSpPr/>
          <p:nvPr userDrawn="1"/>
        </p:nvSpPr>
        <p:spPr bwMode="white">
          <a:xfrm>
            <a:off x="9144056" y="3074022"/>
            <a:ext cx="3047944" cy="30553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351" b="0" i="0">
              <a:latin typeface="Graphik" panose="020B0503030202060203" pitchFamily="34" charset="77"/>
            </a:endParaRPr>
          </a:p>
        </p:txBody>
      </p:sp>
      <p:sp>
        <p:nvSpPr>
          <p:cNvPr id="24" name="Text Placeholder 11">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5" y="3384433"/>
            <a:ext cx="2285996" cy="912223"/>
          </a:xfrm>
          <a:prstGeom prst="rect">
            <a:avLst/>
          </a:prstGeom>
        </p:spPr>
        <p:txBody>
          <a:bodyPr anchor="ctr"/>
          <a:lstStyle>
            <a:lvl1pPr marL="0" indent="0">
              <a:buNone/>
              <a:defRPr lang="en-US" sz="5333" b="1" i="0" kern="1200" dirty="0">
                <a:solidFill>
                  <a:srgbClr val="FFFFFF"/>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AB939A4D-3841-382E-4112-16375BBF9CD7}"/>
              </a:ext>
            </a:extLst>
          </p:cNvPr>
          <p:cNvSpPr>
            <a:spLocks noGrp="1"/>
          </p:cNvSpPr>
          <p:nvPr>
            <p:ph type="body" sz="quarter" idx="31"/>
          </p:nvPr>
        </p:nvSpPr>
        <p:spPr>
          <a:xfrm>
            <a:off x="9525004"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GTS_WH">
            <a:extLst>
              <a:ext uri="{FF2B5EF4-FFF2-40B4-BE49-F238E27FC236}">
                <a16:creationId xmlns:a16="http://schemas.microsoft.com/office/drawing/2014/main" id="{E60B30CA-91CE-53D4-4E41-25E962661ED8}"/>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2" name="copyright">
            <a:extLst>
              <a:ext uri="{FF2B5EF4-FFF2-40B4-BE49-F238E27FC236}">
                <a16:creationId xmlns:a16="http://schemas.microsoft.com/office/drawing/2014/main" id="{C6DCEC7C-94EF-9488-4BC9-3AC6108281E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13" name="slide number automatic">
            <a:extLst>
              <a:ext uri="{FF2B5EF4-FFF2-40B4-BE49-F238E27FC236}">
                <a16:creationId xmlns:a16="http://schemas.microsoft.com/office/drawing/2014/main" id="{DFF01EE3-5EDD-45BD-F1D7-076E2C959D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34210808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Content: statistics light mode">
    <p:bg>
      <p:bgRef idx="1001">
        <a:schemeClr val="bg1"/>
      </p:bgRef>
    </p:bg>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DD3BC9E6-13A7-8817-A32A-4CC03E8733D9}"/>
              </a:ext>
            </a:extLst>
          </p:cNvPr>
          <p:cNvSpPr>
            <a:spLocks noGrp="1"/>
          </p:cNvSpPr>
          <p:nvPr>
            <p:ph type="title"/>
          </p:nvPr>
        </p:nvSpPr>
        <p:spPr>
          <a:xfrm>
            <a:off x="565461" y="376463"/>
            <a:ext cx="2285999" cy="931437"/>
          </a:xfrm>
        </p:spPr>
        <p:txBody>
          <a:bodyPr anchor="ctr">
            <a:noAutofit/>
          </a:bodyPr>
          <a:lstStyle>
            <a:lvl1pPr>
              <a:lnSpc>
                <a:spcPct val="100000"/>
              </a:lnSpc>
              <a:defRPr sz="5330">
                <a:solidFill>
                  <a:schemeClr val="bg2"/>
                </a:solidFill>
              </a:defRPr>
            </a:lvl1pPr>
          </a:lstStyle>
          <a:p>
            <a:r>
              <a:rPr lang="en-GB"/>
              <a:t>Click to edit Master title style</a:t>
            </a:r>
            <a:endParaRPr lang="en-US"/>
          </a:p>
        </p:txBody>
      </p:sp>
      <p:sp>
        <p:nvSpPr>
          <p:cNvPr id="12" name="Text Placeholder 6">
            <a:extLst>
              <a:ext uri="{FF2B5EF4-FFF2-40B4-BE49-F238E27FC236}">
                <a16:creationId xmlns:a16="http://schemas.microsoft.com/office/drawing/2014/main" id="{8DC27019-ACF1-C483-EFEB-3CC77DD9EFCA}"/>
              </a:ext>
            </a:extLst>
          </p:cNvPr>
          <p:cNvSpPr>
            <a:spLocks noGrp="1"/>
          </p:cNvSpPr>
          <p:nvPr>
            <p:ph type="body" sz="quarter" idx="32"/>
          </p:nvPr>
        </p:nvSpPr>
        <p:spPr>
          <a:xfrm>
            <a:off x="571503" y="1472692"/>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5" y="381002"/>
            <a:ext cx="2285996" cy="912223"/>
          </a:xfrm>
          <a:prstGeom prst="rect">
            <a:avLst/>
          </a:prstGeom>
        </p:spPr>
        <p:txBody>
          <a:bodyPr anchor="ctr"/>
          <a:lstStyle>
            <a:lvl1pPr marL="0" indent="0"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1" name="Text Placeholder 6">
            <a:extLst>
              <a:ext uri="{FF2B5EF4-FFF2-40B4-BE49-F238E27FC236}">
                <a16:creationId xmlns:a16="http://schemas.microsoft.com/office/drawing/2014/main" id="{9A7B63BD-36F9-7F57-E2CF-44D615E0F874}"/>
              </a:ext>
            </a:extLst>
          </p:cNvPr>
          <p:cNvSpPr>
            <a:spLocks noGrp="1"/>
          </p:cNvSpPr>
          <p:nvPr>
            <p:ph type="body" sz="quarter" idx="31"/>
          </p:nvPr>
        </p:nvSpPr>
        <p:spPr>
          <a:xfrm>
            <a:off x="3428995" y="1472692"/>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8" name="Text Placeholder 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571503" y="3398051"/>
            <a:ext cx="2285996" cy="912223"/>
          </a:xfrm>
          <a:prstGeom prst="rect">
            <a:avLst/>
          </a:prstGeom>
        </p:spPr>
        <p:txBody>
          <a:bodyPr anchor="ctr"/>
          <a:lstStyle>
            <a:lvl1pPr marL="0" indent="0" algn="l"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F970BA5E-9C63-BA7D-B45C-5186452F2409}"/>
              </a:ext>
            </a:extLst>
          </p:cNvPr>
          <p:cNvSpPr>
            <a:spLocks noGrp="1"/>
          </p:cNvSpPr>
          <p:nvPr>
            <p:ph type="body" sz="quarter" idx="30"/>
          </p:nvPr>
        </p:nvSpPr>
        <p:spPr>
          <a:xfrm>
            <a:off x="571503"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8">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5" y="3398051"/>
            <a:ext cx="2285996" cy="912223"/>
          </a:xfrm>
          <a:prstGeom prst="rect">
            <a:avLst/>
          </a:prstGeom>
        </p:spPr>
        <p:txBody>
          <a:bodyPr anchor="ctr"/>
          <a:lstStyle>
            <a:lvl1pPr marL="0" indent="0" algn="l"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23FAE69D-63C7-3796-16D2-0EA82AB27669}"/>
              </a:ext>
            </a:extLst>
          </p:cNvPr>
          <p:cNvSpPr>
            <a:spLocks noGrp="1"/>
          </p:cNvSpPr>
          <p:nvPr>
            <p:ph type="body" sz="quarter" idx="29"/>
          </p:nvPr>
        </p:nvSpPr>
        <p:spPr>
          <a:xfrm>
            <a:off x="3428995"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cxnSp>
        <p:nvCxnSpPr>
          <p:cNvPr id="42" name="Straight Connector 41">
            <a:extLst>
              <a:ext uri="{FF2B5EF4-FFF2-40B4-BE49-F238E27FC236}">
                <a16:creationId xmlns:a16="http://schemas.microsoft.com/office/drawing/2014/main" id="{149C8D0A-C37D-4D9A-9703-8A0AFB18570C}"/>
              </a:ext>
              <a:ext uri="{C183D7F6-B498-43B3-948B-1728B52AA6E4}">
                <adec:decorative xmlns:adec="http://schemas.microsoft.com/office/drawing/2017/decorative" val="1"/>
              </a:ext>
            </a:extLst>
          </p:cNvPr>
          <p:cNvCxnSpPr>
            <a:cxnSpLocks/>
          </p:cNvCxnSpPr>
          <p:nvPr userDrawn="1"/>
        </p:nvCxnSpPr>
        <p:spPr>
          <a:xfrm>
            <a:off x="0" y="3076800"/>
            <a:ext cx="60960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E5BBCC-C957-48B6-99B6-EF1F3E80F622}"/>
              </a:ext>
              <a:ext uri="{C183D7F6-B498-43B3-948B-1728B52AA6E4}">
                <adec:decorative xmlns:adec="http://schemas.microsoft.com/office/drawing/2017/decorative" val="1"/>
              </a:ext>
            </a:extLst>
          </p:cNvPr>
          <p:cNvCxnSpPr>
            <a:cxnSpLocks/>
          </p:cNvCxnSpPr>
          <p:nvPr userDrawn="1"/>
        </p:nvCxnSpPr>
        <p:spPr>
          <a:xfrm>
            <a:off x="3143247" y="-1"/>
            <a:ext cx="0" cy="619200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Picture Placeholder 35">
            <a:extLst>
              <a:ext uri="{FF2B5EF4-FFF2-40B4-BE49-F238E27FC236}">
                <a16:creationId xmlns:a16="http://schemas.microsoft.com/office/drawing/2014/main" id="{EF1A1C24-C0B7-DF19-B492-C0ED29CE9AF6}"/>
              </a:ext>
            </a:extLst>
          </p:cNvPr>
          <p:cNvSpPr>
            <a:spLocks noGrp="1"/>
          </p:cNvSpPr>
          <p:nvPr>
            <p:ph type="pic" sz="quarter" idx="16" hasCustomPrompt="1"/>
          </p:nvPr>
        </p:nvSpPr>
        <p:spPr bwMode="gray">
          <a:xfrm>
            <a:off x="6095992" y="0"/>
            <a:ext cx="6096008" cy="6129340"/>
          </a:xfrm>
          <a:prstGeom prst="rect">
            <a:avLst/>
          </a:prstGeom>
          <a:solidFill>
            <a:schemeClr val="bg1">
              <a:lumMod val="95000"/>
            </a:schemeClr>
          </a:solidFill>
        </p:spPr>
        <p:txBody>
          <a:bodyPr tIns="4572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4" name="Bottom tag">
            <a:extLst>
              <a:ext uri="{FF2B5EF4-FFF2-40B4-BE49-F238E27FC236}">
                <a16:creationId xmlns:a16="http://schemas.microsoft.com/office/drawing/2014/main" id="{5F2E67CA-5DA7-3CD1-C175-808A139DD240}"/>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 name="copyright">
            <a:extLst>
              <a:ext uri="{FF2B5EF4-FFF2-40B4-BE49-F238E27FC236}">
                <a16:creationId xmlns:a16="http://schemas.microsoft.com/office/drawing/2014/main" id="{B51A4FC9-6DF5-ABE3-94E1-8598B7A527EA}"/>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C826E34F-821D-D174-AEA1-2830AED1A7A3}"/>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3" name="GTS_WH">
            <a:extLst>
              <a:ext uri="{FF2B5EF4-FFF2-40B4-BE49-F238E27FC236}">
                <a16:creationId xmlns:a16="http://schemas.microsoft.com/office/drawing/2014/main" id="{8F51FE85-6E94-3AD8-FB82-A8BAB773D7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4394758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Content: statistics dark  mode">
    <p:bg>
      <p:bgPr>
        <a:solidFill>
          <a:srgbClr val="000000"/>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0352A97-ED89-7C2F-0063-10DA374CB06F}"/>
              </a:ext>
            </a:extLst>
          </p:cNvPr>
          <p:cNvSpPr>
            <a:spLocks noGrp="1"/>
          </p:cNvSpPr>
          <p:nvPr>
            <p:ph type="title"/>
          </p:nvPr>
        </p:nvSpPr>
        <p:spPr>
          <a:xfrm>
            <a:off x="565461" y="376463"/>
            <a:ext cx="2285999" cy="931437"/>
          </a:xfrm>
        </p:spPr>
        <p:txBody>
          <a:bodyPr anchor="ctr">
            <a:noAutofit/>
          </a:bodyPr>
          <a:lstStyle>
            <a:lvl1pPr>
              <a:lnSpc>
                <a:spcPct val="100000"/>
              </a:lnSpc>
              <a:defRPr sz="5330">
                <a:solidFill>
                  <a:schemeClr val="accent2"/>
                </a:solidFill>
              </a:defRPr>
            </a:lvl1pPr>
          </a:lstStyle>
          <a:p>
            <a:r>
              <a:rPr lang="en-GB"/>
              <a:t>Click to edit Master title style</a:t>
            </a:r>
            <a:endParaRPr lang="en-US"/>
          </a:p>
        </p:txBody>
      </p:sp>
      <p:sp>
        <p:nvSpPr>
          <p:cNvPr id="11" name="Text Placeholder 6">
            <a:extLst>
              <a:ext uri="{FF2B5EF4-FFF2-40B4-BE49-F238E27FC236}">
                <a16:creationId xmlns:a16="http://schemas.microsoft.com/office/drawing/2014/main" id="{F6B6460F-92C4-7868-A99F-7C747B39009C}"/>
              </a:ext>
            </a:extLst>
          </p:cNvPr>
          <p:cNvSpPr>
            <a:spLocks noGrp="1"/>
          </p:cNvSpPr>
          <p:nvPr>
            <p:ph type="body" sz="quarter" idx="32"/>
          </p:nvPr>
        </p:nvSpPr>
        <p:spPr>
          <a:xfrm>
            <a:off x="571503" y="1472692"/>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5" y="381002"/>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EAF65655-CFF6-96F8-B90D-8BE8496D6801}"/>
              </a:ext>
            </a:extLst>
          </p:cNvPr>
          <p:cNvSpPr>
            <a:spLocks noGrp="1"/>
          </p:cNvSpPr>
          <p:nvPr>
            <p:ph type="body" sz="quarter" idx="31"/>
          </p:nvPr>
        </p:nvSpPr>
        <p:spPr>
          <a:xfrm>
            <a:off x="3428995" y="1472692"/>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8" name="Text Placeholder 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571503" y="3398051"/>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54F0D47A-40F3-3312-FD52-DB56907BD070}"/>
              </a:ext>
            </a:extLst>
          </p:cNvPr>
          <p:cNvSpPr>
            <a:spLocks noGrp="1"/>
          </p:cNvSpPr>
          <p:nvPr>
            <p:ph type="body" sz="quarter" idx="30"/>
          </p:nvPr>
        </p:nvSpPr>
        <p:spPr>
          <a:xfrm>
            <a:off x="571503"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8">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5" y="3398051"/>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 name="Text Placeholder 6">
            <a:extLst>
              <a:ext uri="{FF2B5EF4-FFF2-40B4-BE49-F238E27FC236}">
                <a16:creationId xmlns:a16="http://schemas.microsoft.com/office/drawing/2014/main" id="{4C6AFAE1-C867-607D-7626-06B37DD8931A}"/>
              </a:ext>
            </a:extLst>
          </p:cNvPr>
          <p:cNvSpPr>
            <a:spLocks noGrp="1"/>
          </p:cNvSpPr>
          <p:nvPr>
            <p:ph type="body" sz="quarter" idx="29"/>
          </p:nvPr>
        </p:nvSpPr>
        <p:spPr>
          <a:xfrm>
            <a:off x="3428995"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92" y="0"/>
            <a:ext cx="6096008" cy="6129340"/>
          </a:xfrm>
          <a:prstGeom prst="rect">
            <a:avLst/>
          </a:prstGeom>
          <a:solidFill>
            <a:schemeClr val="bg1">
              <a:lumMod val="95000"/>
            </a:schemeClr>
          </a:solidFill>
        </p:spPr>
        <p:txBody>
          <a:bodyPr tIns="4572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cxnSp>
        <p:nvCxnSpPr>
          <p:cNvPr id="42" name="Straight Connector 41">
            <a:extLst>
              <a:ext uri="{FF2B5EF4-FFF2-40B4-BE49-F238E27FC236}">
                <a16:creationId xmlns:a16="http://schemas.microsoft.com/office/drawing/2014/main" id="{149C8D0A-C37D-4D9A-9703-8A0AFB18570C}"/>
              </a:ext>
              <a:ext uri="{C183D7F6-B498-43B3-948B-1728B52AA6E4}">
                <adec:decorative xmlns:adec="http://schemas.microsoft.com/office/drawing/2017/decorative" val="1"/>
              </a:ext>
            </a:extLst>
          </p:cNvPr>
          <p:cNvCxnSpPr>
            <a:cxnSpLocks/>
          </p:cNvCxnSpPr>
          <p:nvPr userDrawn="1"/>
        </p:nvCxnSpPr>
        <p:spPr>
          <a:xfrm>
            <a:off x="0" y="3076800"/>
            <a:ext cx="60960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E5BBCC-C957-48B6-99B6-EF1F3E80F622}"/>
              </a:ext>
              <a:ext uri="{C183D7F6-B498-43B3-948B-1728B52AA6E4}">
                <adec:decorative xmlns:adec="http://schemas.microsoft.com/office/drawing/2017/decorative" val="1"/>
              </a:ext>
            </a:extLst>
          </p:cNvPr>
          <p:cNvCxnSpPr>
            <a:cxnSpLocks/>
          </p:cNvCxnSpPr>
          <p:nvPr userDrawn="1"/>
        </p:nvCxnSpPr>
        <p:spPr>
          <a:xfrm>
            <a:off x="3143247" y="-1"/>
            <a:ext cx="0" cy="619200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Bottom tag">
            <a:extLst>
              <a:ext uri="{FF2B5EF4-FFF2-40B4-BE49-F238E27FC236}">
                <a16:creationId xmlns:a16="http://schemas.microsoft.com/office/drawing/2014/main" id="{C7D43BFE-04FF-915B-AF75-EF92EB85EE07}"/>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cxnSp>
        <p:nvCxnSpPr>
          <p:cNvPr id="2" name="Straight Connector 1">
            <a:extLst>
              <a:ext uri="{FF2B5EF4-FFF2-40B4-BE49-F238E27FC236}">
                <a16:creationId xmlns:a16="http://schemas.microsoft.com/office/drawing/2014/main" id="{D50DFD68-7311-16D8-3418-1A322FD33528}"/>
              </a:ext>
              <a:ext uri="{C183D7F6-B498-43B3-948B-1728B52AA6E4}">
                <adec:decorative xmlns:adec="http://schemas.microsoft.com/office/drawing/2017/decorative" val="1"/>
              </a:ext>
            </a:extLst>
          </p:cNvPr>
          <p:cNvCxnSpPr>
            <a:cxnSpLocks/>
          </p:cNvCxnSpPr>
          <p:nvPr userDrawn="1"/>
        </p:nvCxnSpPr>
        <p:spPr>
          <a:xfrm>
            <a:off x="0" y="6124800"/>
            <a:ext cx="12192000"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copyright">
            <a:extLst>
              <a:ext uri="{FF2B5EF4-FFF2-40B4-BE49-F238E27FC236}">
                <a16:creationId xmlns:a16="http://schemas.microsoft.com/office/drawing/2014/main" id="{6F38CEE2-3D5C-A0E3-1BE3-09AB0AC25463}"/>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6" name="slide number automatic">
            <a:extLst>
              <a:ext uri="{FF2B5EF4-FFF2-40B4-BE49-F238E27FC236}">
                <a16:creationId xmlns:a16="http://schemas.microsoft.com/office/drawing/2014/main" id="{FC53484B-EB21-70B6-32DD-8344CAE70A1C}"/>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2" name="GTS_WH">
            <a:extLst>
              <a:ext uri="{FF2B5EF4-FFF2-40B4-BE49-F238E27FC236}">
                <a16:creationId xmlns:a16="http://schemas.microsoft.com/office/drawing/2014/main" id="{2DFC2805-A4A5-BE1F-72EF-71C8FE15AD9C}"/>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56283244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userDrawn="1">
  <p:cSld name="Salutation: gradient">
    <p:bg>
      <p:bgPr>
        <a:solidFill>
          <a:schemeClr val="accent2"/>
        </a:solidFill>
        <a:effectLst/>
      </p:bgPr>
    </p:bg>
    <p:spTree>
      <p:nvGrpSpPr>
        <p:cNvPr id="1" name=""/>
        <p:cNvGrpSpPr/>
        <p:nvPr/>
      </p:nvGrpSpPr>
      <p:grpSpPr>
        <a:xfrm>
          <a:off x="0" y="0"/>
          <a:ext cx="0" cy="0"/>
          <a:chOff x="0" y="0"/>
          <a:chExt cx="0" cy="0"/>
        </a:xfrm>
      </p:grpSpPr>
      <p:pic>
        <p:nvPicPr>
          <p:cNvPr id="9" name="Picture 8" descr="A purple and black background&#10;&#10;AI-generated content may be incorrect.">
            <a:extLst>
              <a:ext uri="{FF2B5EF4-FFF2-40B4-BE49-F238E27FC236}">
                <a16:creationId xmlns:a16="http://schemas.microsoft.com/office/drawing/2014/main" id="{1E54F49D-2B2F-7CDD-DC94-B6FF9A694BD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7000" y="-2667000"/>
            <a:ext cx="6858000" cy="12192000"/>
          </a:xfrm>
          <a:prstGeom prst="rect">
            <a:avLst/>
          </a:prstGeom>
        </p:spPr>
      </p:pic>
      <p:sp>
        <p:nvSpPr>
          <p:cNvPr id="2" name="copyright">
            <a:extLst>
              <a:ext uri="{FF2B5EF4-FFF2-40B4-BE49-F238E27FC236}">
                <a16:creationId xmlns:a16="http://schemas.microsoft.com/office/drawing/2014/main" id="{8F090878-FDCB-E32E-7E4D-4A1D113FA50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tx1">
                    <a:lumMod val="85000"/>
                    <a:alpha val="75000"/>
                  </a:schemeClr>
                </a:solidFill>
                <a:latin typeface="Graphik" panose="020B0503030202060203" pitchFamily="34" charset="77"/>
              </a:rPr>
              <a:t>Copyright © 2025 Accenture. All rights reserved.</a:t>
            </a:r>
            <a:endParaRPr lang="en-US" sz="1351" noProof="0">
              <a:solidFill>
                <a:schemeClr val="tx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DD78C6E-A2CA-C7D3-D53E-97A08AAAEAD8}"/>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
        <p:nvSpPr>
          <p:cNvPr id="8" name="Title 1">
            <a:extLst>
              <a:ext uri="{FF2B5EF4-FFF2-40B4-BE49-F238E27FC236}">
                <a16:creationId xmlns:a16="http://schemas.microsoft.com/office/drawing/2014/main" id="{4772D35A-1963-BF72-AA80-2201D2B0173F}"/>
              </a:ext>
            </a:extLst>
          </p:cNvPr>
          <p:cNvSpPr>
            <a:spLocks noGrp="1"/>
          </p:cNvSpPr>
          <p:nvPr>
            <p:ph type="title"/>
          </p:nvPr>
        </p:nvSpPr>
        <p:spPr>
          <a:xfrm>
            <a:off x="1191348" y="3429000"/>
            <a:ext cx="6046527" cy="984885"/>
          </a:xfrm>
          <a:prstGeom prst="rect">
            <a:avLst/>
          </a:prstGeom>
        </p:spPr>
        <p:txBody>
          <a:bodyPr wrap="none" anchor="ctr"/>
          <a:lstStyle>
            <a:lvl1pPr algn="l">
              <a:defRPr sz="8000">
                <a:solidFill>
                  <a:schemeClr val="tx1"/>
                </a:solidFill>
              </a:defRPr>
            </a:lvl1pPr>
          </a:lstStyle>
          <a:p>
            <a:r>
              <a:rPr lang="en-GB"/>
              <a:t>Click to edit Master title style</a:t>
            </a:r>
            <a:endParaRPr lang="en-US"/>
          </a:p>
        </p:txBody>
      </p:sp>
      <p:sp>
        <p:nvSpPr>
          <p:cNvPr id="10" name="GTS_WH">
            <a:extLst>
              <a:ext uri="{FF2B5EF4-FFF2-40B4-BE49-F238E27FC236}">
                <a16:creationId xmlns:a16="http://schemas.microsoft.com/office/drawing/2014/main" id="{79093C77-020A-31D2-4F4F-DA77DEFA8E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287206099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Salutation: purple">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406901E-2FDA-B887-CCF5-FADFC0C3B943}"/>
              </a:ext>
            </a:extLst>
          </p:cNvPr>
          <p:cNvSpPr>
            <a:spLocks noGrp="1"/>
          </p:cNvSpPr>
          <p:nvPr>
            <p:ph type="title" hasCustomPrompt="1"/>
          </p:nvPr>
        </p:nvSpPr>
        <p:spPr>
          <a:xfrm>
            <a:off x="6096000" y="2599460"/>
            <a:ext cx="4895849" cy="984885"/>
          </a:xfrm>
          <a:prstGeom prst="rect">
            <a:avLst/>
          </a:prstGeom>
        </p:spPr>
        <p:txBody>
          <a:bodyPr anchor="ctr"/>
          <a:lstStyle>
            <a:lvl1pPr algn="l">
              <a:defRPr sz="4000">
                <a:solidFill>
                  <a:schemeClr val="tx1"/>
                </a:solidFill>
              </a:defRPr>
            </a:lvl1pPr>
          </a:lstStyle>
          <a:p>
            <a:r>
              <a:rPr lang="en-GB"/>
              <a:t>Click to edit salutation style</a:t>
            </a:r>
            <a:endParaRPr lang="en-US"/>
          </a:p>
        </p:txBody>
      </p:sp>
      <p:pic>
        <p:nvPicPr>
          <p:cNvPr id="2" name="GT white">
            <a:extLst>
              <a:ext uri="{FF2B5EF4-FFF2-40B4-BE49-F238E27FC236}">
                <a16:creationId xmlns:a16="http://schemas.microsoft.com/office/drawing/2014/main" id="{64951822-2C90-C040-C685-A9310D23616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63638" y="5459982"/>
            <a:ext cx="609857" cy="669356"/>
          </a:xfrm>
          <a:prstGeom prst="rect">
            <a:avLst/>
          </a:prstGeom>
        </p:spPr>
      </p:pic>
      <p:sp>
        <p:nvSpPr>
          <p:cNvPr id="4" name="copyright">
            <a:extLst>
              <a:ext uri="{FF2B5EF4-FFF2-40B4-BE49-F238E27FC236}">
                <a16:creationId xmlns:a16="http://schemas.microsoft.com/office/drawing/2014/main" id="{5D5952F7-6C63-8F87-4E22-999BB41F26C3}"/>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tx1">
                    <a:lumMod val="85000"/>
                    <a:alpha val="75000"/>
                  </a:schemeClr>
                </a:solidFill>
                <a:latin typeface="Graphik" panose="020B0503030202060203" pitchFamily="34" charset="77"/>
              </a:rPr>
              <a:t>Copyright © 2025 Accenture. All rights reserved.</a:t>
            </a:r>
            <a:endParaRPr lang="en-US" sz="1351" noProof="0">
              <a:solidFill>
                <a:schemeClr val="tx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540D3C9F-6433-4B02-3A65-24CE972551FF}"/>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Tree>
    <p:extLst>
      <p:ext uri="{BB962C8B-B14F-4D97-AF65-F5344CB8AC3E}">
        <p14:creationId xmlns:p14="http://schemas.microsoft.com/office/powerpoint/2010/main" val="65691902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8895304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9" Type="http://schemas.openxmlformats.org/officeDocument/2006/relationships/slideLayout" Target="../slideLayouts/slideLayout18.xml"/><Relationship Id="rId10" Type="http://schemas.openxmlformats.org/officeDocument/2006/relationships/slideLayout" Target="../slideLayouts/slideLayout19.xml"/><Relationship Id="rId11" Type="http://schemas.openxmlformats.org/officeDocument/2006/relationships/slideLayout" Target="../slideLayouts/slideLayout20.xml"/><Relationship Id="rId12" Type="http://schemas.openxmlformats.org/officeDocument/2006/relationships/slideLayout" Target="../slideLayouts/slideLayout21.xml"/><Relationship Id="rId13" Type="http://schemas.openxmlformats.org/officeDocument/2006/relationships/slideLayout" Target="../slideLayouts/slideLayout22.xml"/><Relationship Id="rId14" Type="http://schemas.openxmlformats.org/officeDocument/2006/relationships/slideLayout" Target="../slideLayouts/slideLayout23.xml"/><Relationship Id="rId15" Type="http://schemas.openxmlformats.org/officeDocument/2006/relationships/slideLayout" Target="../slideLayouts/slideLayout24.xml"/><Relationship Id="rId16" Type="http://schemas.openxmlformats.org/officeDocument/2006/relationships/slideLayout" Target="../slideLayouts/slideLayout25.xml"/><Relationship Id="rId17" Type="http://schemas.openxmlformats.org/officeDocument/2006/relationships/slideLayout" Target="../slideLayouts/slideLayout26.xml"/><Relationship Id="rId18" Type="http://schemas.openxmlformats.org/officeDocument/2006/relationships/slideLayout" Target="../slideLayouts/slideLayout27.xml"/><Relationship Id="rId19" Type="http://schemas.openxmlformats.org/officeDocument/2006/relationships/slideLayout" Target="../slideLayouts/slideLayout28.xml"/><Relationship Id="rId20" Type="http://schemas.openxmlformats.org/officeDocument/2006/relationships/theme" Target="../theme/theme2.xml"/><Relationship Id="rId21" Type="http://schemas.openxmlformats.org/officeDocument/2006/relationships/image" Target="../media/image7.png"/><Relationship Id="rId22" Type="http://schemas.openxmlformats.org/officeDocument/2006/relationships/image" Target="../media/image8.png"/><Relationship Id="rId23" Type="http://schemas.openxmlformats.org/officeDocument/2006/relationships/image" Target="../media/image9.png"/><Relationship Id="rId24" Type="http://schemas.openxmlformats.org/officeDocument/2006/relationships/image" Target="../media/image10.png"/><Relationship Id="rId25" Type="http://schemas.openxmlformats.org/officeDocument/2006/relationships/image" Target="../media/image11.png"/><Relationship Id="rId26" Type="http://schemas.openxmlformats.org/officeDocument/2006/relationships/image" Target="../media/image12.png"/><Relationship Id="rId27" Type="http://schemas.openxmlformats.org/officeDocument/2006/relationships/image" Target="../media/image13.png"/><Relationship Id="rId28" Type="http://schemas.openxmlformats.org/officeDocument/2006/relationships/image" Target="../media/image14.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5"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5" Type="http://schemas.openxmlformats.org/officeDocument/2006/relationships/slideLayout" Target="../slideLayouts/slideLayout37.xml"/><Relationship Id="rId6" Type="http://schemas.openxmlformats.org/officeDocument/2006/relationships/slideLayout" Target="../slideLayouts/slideLayout38.xml"/><Relationship Id="rId7" Type="http://schemas.openxmlformats.org/officeDocument/2006/relationships/slideLayout" Target="../slideLayouts/slideLayout39.xml"/><Relationship Id="rId8" Type="http://schemas.openxmlformats.org/officeDocument/2006/relationships/slideLayout" Target="../slideLayouts/slideLayout40.xml"/><Relationship Id="rId9" Type="http://schemas.openxmlformats.org/officeDocument/2006/relationships/slideLayout" Target="../slideLayouts/slideLayout41.xml"/><Relationship Id="rId10" Type="http://schemas.openxmlformats.org/officeDocument/2006/relationships/slideLayout" Target="../slideLayouts/slideLayout42.xml"/><Relationship Id="rId11" Type="http://schemas.openxmlformats.org/officeDocument/2006/relationships/slideLayout" Target="../slideLayouts/slideLayout43.xml"/><Relationship Id="rId12" Type="http://schemas.openxmlformats.org/officeDocument/2006/relationships/slideLayout" Target="../slideLayouts/slideLayout44.xml"/><Relationship Id="rId13" Type="http://schemas.openxmlformats.org/officeDocument/2006/relationships/slideLayout" Target="../slideLayouts/slideLayout45.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slideLayout" Target="../slideLayouts/slideLayout47.xml"/><Relationship Id="rId3" Type="http://schemas.openxmlformats.org/officeDocument/2006/relationships/slideLayout" Target="../slideLayouts/slideLayout48.xml"/><Relationship Id="rId4" Type="http://schemas.openxmlformats.org/officeDocument/2006/relationships/slideLayout" Target="../slideLayouts/slideLayout49.xml"/><Relationship Id="rId5" Type="http://schemas.openxmlformats.org/officeDocument/2006/relationships/slideLayout" Target="../slideLayouts/slideLayout50.xml"/><Relationship Id="rId6" Type="http://schemas.openxmlformats.org/officeDocument/2006/relationships/slideLayout" Target="../slideLayouts/slideLayout51.xml"/><Relationship Id="rId7" Type="http://schemas.openxmlformats.org/officeDocument/2006/relationships/slideLayout" Target="../slideLayouts/slideLayout52.xml"/><Relationship Id="rId8" Type="http://schemas.openxmlformats.org/officeDocument/2006/relationships/slideLayout" Target="../slideLayouts/slideLayout53.xml"/><Relationship Id="rId9" Type="http://schemas.openxmlformats.org/officeDocument/2006/relationships/slideLayout" Target="../slideLayouts/slideLayout54.xml"/><Relationship Id="rId10" Type="http://schemas.openxmlformats.org/officeDocument/2006/relationships/slideLayout" Target="../slideLayouts/slideLayout55.xml"/><Relationship Id="rId11" Type="http://schemas.openxmlformats.org/officeDocument/2006/relationships/slideLayout" Target="../slideLayouts/slideLayout56.xml"/><Relationship Id="rId12" Type="http://schemas.openxmlformats.org/officeDocument/2006/relationships/slideLayout" Target="../slideLayouts/slideLayout57.xml"/><Relationship Id="rId13" Type="http://schemas.openxmlformats.org/officeDocument/2006/relationships/slideLayout" Target="../slideLayouts/slideLayout58.xml"/><Relationship Id="rId14" Type="http://schemas.openxmlformats.org/officeDocument/2006/relationships/slideLayout" Target="../slideLayouts/slideLayout59.xml"/><Relationship Id="rId15" Type="http://schemas.openxmlformats.org/officeDocument/2006/relationships/slideLayout" Target="../slideLayouts/slideLayout60.xml"/><Relationship Id="rId16" Type="http://schemas.openxmlformats.org/officeDocument/2006/relationships/slideLayout" Target="../slideLayouts/slideLayout61.xml"/><Relationship Id="rId17" Type="http://schemas.openxmlformats.org/officeDocument/2006/relationships/slideLayout" Target="../slideLayouts/slideLayout62.xml"/><Relationship Id="rId18" Type="http://schemas.openxmlformats.org/officeDocument/2006/relationships/slideLayout" Target="../slideLayouts/slideLayout63.xml"/><Relationship Id="rId19" Type="http://schemas.openxmlformats.org/officeDocument/2006/relationships/slideLayout" Target="../slideLayouts/slideLayout64.xml"/><Relationship Id="rId20" Type="http://schemas.openxmlformats.org/officeDocument/2006/relationships/slideLayout" Target="../slideLayouts/slideLayout65.xml"/><Relationship Id="rId21" Type="http://schemas.openxmlformats.org/officeDocument/2006/relationships/slideLayout" Target="../slideLayouts/slideLayout66.xml"/><Relationship Id="rId22" Type="http://schemas.openxmlformats.org/officeDocument/2006/relationships/slideLayout" Target="../slideLayouts/slideLayout67.xml"/><Relationship Id="rId23" Type="http://schemas.openxmlformats.org/officeDocument/2006/relationships/slideLayout" Target="../slideLayouts/slideLayout68.xml"/><Relationship Id="rId24" Type="http://schemas.openxmlformats.org/officeDocument/2006/relationships/slideLayout" Target="../slideLayouts/slideLayout69.xml"/><Relationship Id="rId25" Type="http://schemas.openxmlformats.org/officeDocument/2006/relationships/slideLayout" Target="../slideLayouts/slideLayout70.xml"/><Relationship Id="rId26" Type="http://schemas.openxmlformats.org/officeDocument/2006/relationships/slideLayout" Target="../slideLayouts/slideLayout71.xml"/><Relationship Id="rId27" Type="http://schemas.openxmlformats.org/officeDocument/2006/relationships/slideLayout" Target="../slideLayouts/slideLayout72.xml"/><Relationship Id="rId28" Type="http://schemas.openxmlformats.org/officeDocument/2006/relationships/slideLayout" Target="../slideLayouts/slideLayout73.xml"/><Relationship Id="rId29" Type="http://schemas.openxmlformats.org/officeDocument/2006/relationships/slideLayout" Target="../slideLayouts/slideLayout74.xml"/><Relationship Id="rId30" Type="http://schemas.openxmlformats.org/officeDocument/2006/relationships/slideLayout" Target="../slideLayouts/slideLayout75.xml"/><Relationship Id="rId31" Type="http://schemas.openxmlformats.org/officeDocument/2006/relationships/slideLayout" Target="../slideLayouts/slideLayout76.xml"/><Relationship Id="rId32" Type="http://schemas.openxmlformats.org/officeDocument/2006/relationships/slideLayout" Target="../slideLayouts/slideLayout77.xml"/><Relationship Id="rId33" Type="http://schemas.openxmlformats.org/officeDocument/2006/relationships/slideLayout" Target="../slideLayouts/slideLayout78.xml"/><Relationship Id="rId34" Type="http://schemas.openxmlformats.org/officeDocument/2006/relationships/slideLayout" Target="../slideLayouts/slideLayout79.xml"/><Relationship Id="rId35" Type="http://schemas.openxmlformats.org/officeDocument/2006/relationships/slideLayout" Target="../slideLayouts/slideLayout80.xml"/><Relationship Id="rId36" Type="http://schemas.openxmlformats.org/officeDocument/2006/relationships/slideLayout" Target="../slideLayouts/slideLayout81.xml"/><Relationship Id="rId37" Type="http://schemas.openxmlformats.org/officeDocument/2006/relationships/slideLayout" Target="../slideLayouts/slideLayout82.xml"/><Relationship Id="rId38" Type="http://schemas.openxmlformats.org/officeDocument/2006/relationships/slideLayout" Target="../slideLayouts/slideLayout83.xml"/><Relationship Id="rId39" Type="http://schemas.openxmlformats.org/officeDocument/2006/relationships/slideLayout" Target="../slideLayouts/slideLayout84.xml"/><Relationship Id="rId40" Type="http://schemas.openxmlformats.org/officeDocument/2006/relationships/slideLayout" Target="../slideLayouts/slideLayout85.xml"/><Relationship Id="rId41" Type="http://schemas.openxmlformats.org/officeDocument/2006/relationships/slideLayout" Target="../slideLayouts/slideLayout86.xml"/><Relationship Id="rId42" Type="http://schemas.openxmlformats.org/officeDocument/2006/relationships/slideLayout" Target="../slideLayouts/slideLayout87.xml"/><Relationship Id="rId43" Type="http://schemas.openxmlformats.org/officeDocument/2006/relationships/slideLayout" Target="../slideLayouts/slideLayout88.xml"/><Relationship Id="rId44" Type="http://schemas.openxmlformats.org/officeDocument/2006/relationships/slideLayout" Target="../slideLayouts/slideLayout89.xml"/><Relationship Id="rId45" Type="http://schemas.openxmlformats.org/officeDocument/2006/relationships/slideLayout" Target="../slideLayouts/slideLayout90.xml"/><Relationship Id="rId46" Type="http://schemas.openxmlformats.org/officeDocument/2006/relationships/slideLayout" Target="../slideLayouts/slideLayout91.xml"/><Relationship Id="rId47" Type="http://schemas.openxmlformats.org/officeDocument/2006/relationships/slideLayout" Target="../slideLayouts/slideLayout92.xml"/><Relationship Id="rId48" Type="http://schemas.openxmlformats.org/officeDocument/2006/relationships/slideLayout" Target="../slideLayouts/slideLayout93.xml"/><Relationship Id="rId49" Type="http://schemas.openxmlformats.org/officeDocument/2006/relationships/slideLayout" Target="../slideLayouts/slideLayout94.xml"/><Relationship Id="rId50" Type="http://schemas.openxmlformats.org/officeDocument/2006/relationships/slideLayout" Target="../slideLayouts/slideLayout95.xml"/><Relationship Id="rId51" Type="http://schemas.openxmlformats.org/officeDocument/2006/relationships/slideLayout" Target="../slideLayouts/slideLayout96.xml"/><Relationship Id="rId52" Type="http://schemas.openxmlformats.org/officeDocument/2006/relationships/slideLayout" Target="../slideLayouts/slideLayout97.xml"/><Relationship Id="rId53" Type="http://schemas.openxmlformats.org/officeDocument/2006/relationships/slideLayout" Target="../slideLayouts/slideLayout98.xml"/><Relationship Id="rId54" Type="http://schemas.openxmlformats.org/officeDocument/2006/relationships/slideLayout" Target="../slideLayouts/slideLayout99.xml"/><Relationship Id="rId55" Type="http://schemas.openxmlformats.org/officeDocument/2006/relationships/slideLayout" Target="../slideLayouts/slideLayout100.xml"/><Relationship Id="rId56" Type="http://schemas.openxmlformats.org/officeDocument/2006/relationships/slideLayout" Target="../slideLayouts/slideLayout101.xml"/><Relationship Id="rId57" Type="http://schemas.openxmlformats.org/officeDocument/2006/relationships/slideLayout" Target="../slideLayouts/slideLayout102.xml"/><Relationship Id="rId58"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565461" y="558086"/>
            <a:ext cx="11357864" cy="433324"/>
          </a:xfrm>
          <a:prstGeom prst="rect">
            <a:avLst/>
          </a:prstGeom>
        </p:spPr>
        <p:txBody>
          <a:bodyPr vert="horz" wrap="square" lIns="0" tIns="0" rIns="0" bIns="0" rtlCol="0" anchor="t">
            <a:spAutoFit/>
          </a:bodyPr>
          <a:lstStyle/>
          <a:p>
            <a:r>
              <a:rPr lang="en-US" b="1" i="0">
                <a:latin typeface="Graphik Semibold" panose="020B0503030202060203" pitchFamily="34" charset="77"/>
              </a:rPr>
              <a:t>Place headline here in </a:t>
            </a:r>
            <a:r>
              <a:rPr lang="en-US" b="1" i="0" err="1">
                <a:latin typeface="Graphik Semibold" panose="020B0503030202060203" pitchFamily="34" charset="77"/>
              </a:rPr>
              <a:t>Graphik</a:t>
            </a:r>
            <a:r>
              <a:rPr lang="en-US" b="1" i="0">
                <a:latin typeface="Graphik Semibold" panose="020B0503030202060203" pitchFamily="34" charset="77"/>
              </a:rPr>
              <a:t> Semibold</a:t>
            </a:r>
            <a:endParaRPr lang="en-US"/>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565461" y="1371602"/>
            <a:ext cx="11357864" cy="4766863"/>
          </a:xfrm>
          <a:prstGeom prst="rect">
            <a:avLst/>
          </a:prstGeom>
          <a:ln>
            <a:noFill/>
          </a:ln>
        </p:spPr>
        <p:txBody>
          <a:bodyPr vert="horz" lIns="0" tIns="0" rIns="0" bIns="0" rtlCol="0">
            <a:noAutofit/>
          </a:bodyPr>
          <a:lstStyle/>
          <a:p>
            <a:pPr lvl="0"/>
            <a:r>
              <a:rPr lang="en-US"/>
              <a:t>First level (copy)</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7"/>
            <a:r>
              <a:rPr lang="en-US"/>
              <a:t>EIGHT LEVEL (DESCRIPTOR)</a:t>
            </a:r>
          </a:p>
          <a:p>
            <a:pPr lvl="8"/>
            <a:r>
              <a:rPr lang="en-US"/>
              <a:t>Ninth level (footer)</a:t>
            </a:r>
          </a:p>
        </p:txBody>
      </p:sp>
    </p:spTree>
    <p:extLst>
      <p:ext uri="{BB962C8B-B14F-4D97-AF65-F5344CB8AC3E}">
        <p14:creationId xmlns:p14="http://schemas.microsoft.com/office/powerpoint/2010/main" val="31545384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73" r:id="rId9"/>
  </p:sldLayoutIdLst>
  <p:hf sldNum="0" hdr="0" ftr="0" dt="0"/>
  <p:txStyles>
    <p:titleStyle>
      <a:lvl1pPr algn="l" defTabSz="731500" rtl="0" eaLnBrk="1" latinLnBrk="0" hangingPunct="1">
        <a:lnSpc>
          <a:spcPct val="80000"/>
        </a:lnSpc>
        <a:spcBef>
          <a:spcPct val="0"/>
        </a:spcBef>
        <a:buNone/>
        <a:defRPr sz="3520" b="0" i="0" kern="1200">
          <a:solidFill>
            <a:schemeClr val="tx1"/>
          </a:solidFill>
          <a:latin typeface="Graphik Semibold" panose="020B0503030202060203" pitchFamily="34" charset="77"/>
          <a:ea typeface="+mj-ea"/>
          <a:cs typeface="+mj-cs"/>
        </a:defRPr>
      </a:lvl1pPr>
    </p:titleStyle>
    <p:bodyStyle>
      <a:lvl1pPr marL="0" indent="0" algn="l" defTabSz="182874" rtl="0" eaLnBrk="1" latinLnBrk="0" hangingPunct="1">
        <a:lnSpc>
          <a:spcPct val="100000"/>
        </a:lnSpc>
        <a:spcBef>
          <a:spcPts val="0"/>
        </a:spcBef>
        <a:spcAft>
          <a:spcPts val="960"/>
        </a:spcAft>
        <a:buFont typeface="Arial" panose="020B0604020202020204" pitchFamily="34" charset="0"/>
        <a:buNone/>
        <a:defRPr sz="1600" b="0" kern="1200">
          <a:solidFill>
            <a:schemeClr val="tx1"/>
          </a:solidFill>
          <a:latin typeface="+mn-lt"/>
          <a:ea typeface="+mn-ea"/>
          <a:cs typeface="+mn-cs"/>
        </a:defRPr>
      </a:lvl1pPr>
      <a:lvl2pPr marL="182874" indent="-182874" algn="l" defTabSz="182874" rtl="0" eaLnBrk="1" latinLnBrk="0" hangingPunct="1">
        <a:lnSpc>
          <a:spcPct val="100000"/>
        </a:lnSpc>
        <a:spcBef>
          <a:spcPts val="0"/>
        </a:spcBef>
        <a:spcAft>
          <a:spcPts val="960"/>
        </a:spcAft>
        <a:buClrTx/>
        <a:buFont typeface="Arial" panose="020B0604020202020204" pitchFamily="34" charset="0"/>
        <a:buChar char="•"/>
        <a:defRPr sz="1440" kern="1200">
          <a:solidFill>
            <a:schemeClr val="tx1"/>
          </a:solidFill>
          <a:latin typeface="+mn-lt"/>
          <a:ea typeface="+mn-ea"/>
          <a:cs typeface="+mn-cs"/>
        </a:defRPr>
      </a:lvl2pPr>
      <a:lvl3pPr marL="365752" indent="-182874" algn="l" defTabSz="182874" rtl="0" eaLnBrk="1" latinLnBrk="0" hangingPunct="1">
        <a:lnSpc>
          <a:spcPct val="100000"/>
        </a:lnSpc>
        <a:spcBef>
          <a:spcPts val="0"/>
        </a:spcBef>
        <a:spcAft>
          <a:spcPts val="960"/>
        </a:spcAft>
        <a:buFont typeface="System Font"/>
        <a:buChar char="–"/>
        <a:defRPr sz="1440" kern="1200">
          <a:solidFill>
            <a:schemeClr val="tx1"/>
          </a:solidFill>
          <a:latin typeface="+mn-lt"/>
          <a:ea typeface="+mn-ea"/>
          <a:cs typeface="+mn-cs"/>
        </a:defRPr>
      </a:lvl3pPr>
      <a:lvl4pPr marL="548626" indent="-182874" algn="l" defTabSz="182874" rtl="0" eaLnBrk="1" latinLnBrk="0" hangingPunct="1">
        <a:lnSpc>
          <a:spcPct val="100000"/>
        </a:lnSpc>
        <a:spcBef>
          <a:spcPts val="0"/>
        </a:spcBef>
        <a:spcAft>
          <a:spcPts val="960"/>
        </a:spcAft>
        <a:buFont typeface="Arial" panose="020B0604020202020204" pitchFamily="34" charset="0"/>
        <a:buChar char="•"/>
        <a:defRPr sz="1280" kern="1200">
          <a:solidFill>
            <a:schemeClr val="tx1"/>
          </a:solidFill>
          <a:latin typeface="+mn-lt"/>
          <a:ea typeface="+mn-ea"/>
          <a:cs typeface="+mn-cs"/>
        </a:defRPr>
      </a:lvl4pPr>
      <a:lvl5pPr marL="731500" indent="-182874" algn="l" defTabSz="182874" rtl="0" eaLnBrk="1" latinLnBrk="0" hangingPunct="1">
        <a:lnSpc>
          <a:spcPct val="100000"/>
        </a:lnSpc>
        <a:spcBef>
          <a:spcPts val="0"/>
        </a:spcBef>
        <a:spcAft>
          <a:spcPts val="960"/>
        </a:spcAft>
        <a:buFont typeface="System Font"/>
        <a:buChar char="–"/>
        <a:defRPr sz="1280" kern="1200">
          <a:solidFill>
            <a:schemeClr val="tx1"/>
          </a:solidFill>
          <a:latin typeface="+mn-lt"/>
          <a:ea typeface="+mn-ea"/>
          <a:cs typeface="+mn-cs"/>
        </a:defRPr>
      </a:lvl5pPr>
      <a:lvl6pPr marL="8891" indent="0" algn="l" defTabSz="182874" rtl="0" eaLnBrk="1" latinLnBrk="0" hangingPunct="1">
        <a:lnSpc>
          <a:spcPct val="90000"/>
        </a:lnSpc>
        <a:spcBef>
          <a:spcPts val="0"/>
        </a:spcBef>
        <a:spcAft>
          <a:spcPts val="960"/>
        </a:spcAft>
        <a:buFont typeface="Graphik" panose="020B0503030202060203" pitchFamily="34" charset="0"/>
        <a:buNone/>
        <a:tabLst/>
        <a:defRPr sz="1440" kern="1200">
          <a:solidFill>
            <a:schemeClr val="tx1"/>
          </a:solidFill>
          <a:latin typeface="+mn-lt"/>
          <a:ea typeface="+mn-ea"/>
          <a:cs typeface="+mn-cs"/>
        </a:defRPr>
      </a:lvl6pPr>
      <a:lvl7pPr marL="0" indent="0" algn="l" defTabSz="182874" rtl="0" eaLnBrk="1" latinLnBrk="0" hangingPunct="1">
        <a:lnSpc>
          <a:spcPct val="90000"/>
        </a:lnSpc>
        <a:spcBef>
          <a:spcPts val="0"/>
        </a:spcBef>
        <a:spcAft>
          <a:spcPts val="960"/>
        </a:spcAft>
        <a:buFont typeface="Arial" panose="020B0604020202020204" pitchFamily="34" charset="0"/>
        <a:buNone/>
        <a:defRPr sz="1280" kern="1200">
          <a:solidFill>
            <a:schemeClr val="tx1"/>
          </a:solidFill>
          <a:latin typeface="+mn-lt"/>
          <a:ea typeface="+mn-ea"/>
          <a:cs typeface="+mn-cs"/>
        </a:defRPr>
      </a:lvl7pPr>
      <a:lvl8pPr marL="0" indent="0" algn="l" defTabSz="182874" rtl="0" eaLnBrk="1" latinLnBrk="0" hangingPunct="1">
        <a:lnSpc>
          <a:spcPct val="90000"/>
        </a:lnSpc>
        <a:spcBef>
          <a:spcPts val="0"/>
        </a:spcBef>
        <a:spcAft>
          <a:spcPts val="960"/>
        </a:spcAft>
        <a:buFont typeface="Arial" panose="020B0604020202020204" pitchFamily="34" charset="0"/>
        <a:buNone/>
        <a:defRPr sz="880" b="1" kern="1200">
          <a:solidFill>
            <a:schemeClr val="tx1"/>
          </a:solidFill>
          <a:latin typeface="+mn-lt"/>
          <a:ea typeface="+mn-ea"/>
          <a:cs typeface="+mn-cs"/>
        </a:defRPr>
      </a:lvl8pPr>
      <a:lvl9pPr marL="0" indent="0" algn="l" defTabSz="182874" rtl="0" eaLnBrk="1" latinLnBrk="0" hangingPunct="1">
        <a:lnSpc>
          <a:spcPct val="90000"/>
        </a:lnSpc>
        <a:spcBef>
          <a:spcPts val="0"/>
        </a:spcBef>
        <a:spcAft>
          <a:spcPts val="96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731500" rtl="0" eaLnBrk="1" latinLnBrk="0" hangingPunct="1">
        <a:defRPr sz="1440" kern="1200">
          <a:solidFill>
            <a:schemeClr val="tx1"/>
          </a:solidFill>
          <a:latin typeface="+mn-lt"/>
          <a:ea typeface="+mn-ea"/>
          <a:cs typeface="+mn-cs"/>
        </a:defRPr>
      </a:lvl1pPr>
      <a:lvl2pPr marL="365752" algn="l" defTabSz="731500" rtl="0" eaLnBrk="1" latinLnBrk="0" hangingPunct="1">
        <a:defRPr sz="1440" kern="1200">
          <a:solidFill>
            <a:schemeClr val="tx1"/>
          </a:solidFill>
          <a:latin typeface="+mn-lt"/>
          <a:ea typeface="+mn-ea"/>
          <a:cs typeface="+mn-cs"/>
        </a:defRPr>
      </a:lvl2pPr>
      <a:lvl3pPr marL="731500" algn="l" defTabSz="731500" rtl="0" eaLnBrk="1" latinLnBrk="0" hangingPunct="1">
        <a:defRPr sz="1440" kern="1200">
          <a:solidFill>
            <a:schemeClr val="tx1"/>
          </a:solidFill>
          <a:latin typeface="+mn-lt"/>
          <a:ea typeface="+mn-ea"/>
          <a:cs typeface="+mn-cs"/>
        </a:defRPr>
      </a:lvl3pPr>
      <a:lvl4pPr marL="1097249" algn="l" defTabSz="731500" rtl="0" eaLnBrk="1" latinLnBrk="0" hangingPunct="1">
        <a:defRPr sz="1440" kern="1200">
          <a:solidFill>
            <a:schemeClr val="tx1"/>
          </a:solidFill>
          <a:latin typeface="+mn-lt"/>
          <a:ea typeface="+mn-ea"/>
          <a:cs typeface="+mn-cs"/>
        </a:defRPr>
      </a:lvl4pPr>
      <a:lvl5pPr marL="1462999" algn="l" defTabSz="731500" rtl="0" eaLnBrk="1" latinLnBrk="0" hangingPunct="1">
        <a:defRPr sz="1440" kern="1200">
          <a:solidFill>
            <a:schemeClr val="tx1"/>
          </a:solidFill>
          <a:latin typeface="+mn-lt"/>
          <a:ea typeface="+mn-ea"/>
          <a:cs typeface="+mn-cs"/>
        </a:defRPr>
      </a:lvl5pPr>
      <a:lvl6pPr marL="1828749" algn="l" defTabSz="731500" rtl="0" eaLnBrk="1" latinLnBrk="0" hangingPunct="1">
        <a:defRPr sz="1440" kern="1200">
          <a:solidFill>
            <a:schemeClr val="tx1"/>
          </a:solidFill>
          <a:latin typeface="+mn-lt"/>
          <a:ea typeface="+mn-ea"/>
          <a:cs typeface="+mn-cs"/>
        </a:defRPr>
      </a:lvl6pPr>
      <a:lvl7pPr marL="2194498" algn="l" defTabSz="731500" rtl="0" eaLnBrk="1" latinLnBrk="0" hangingPunct="1">
        <a:defRPr sz="1440" kern="1200">
          <a:solidFill>
            <a:schemeClr val="tx1"/>
          </a:solidFill>
          <a:latin typeface="+mn-lt"/>
          <a:ea typeface="+mn-ea"/>
          <a:cs typeface="+mn-cs"/>
        </a:defRPr>
      </a:lvl7pPr>
      <a:lvl8pPr marL="2560249" algn="l" defTabSz="731500" rtl="0" eaLnBrk="1" latinLnBrk="0" hangingPunct="1">
        <a:defRPr sz="1440" kern="1200">
          <a:solidFill>
            <a:schemeClr val="tx1"/>
          </a:solidFill>
          <a:latin typeface="+mn-lt"/>
          <a:ea typeface="+mn-ea"/>
          <a:cs typeface="+mn-cs"/>
        </a:defRPr>
      </a:lvl8pPr>
      <a:lvl9pPr marL="2925999" algn="l" defTabSz="731500" rtl="0" eaLnBrk="1" latinLnBrk="0" hangingPunct="1">
        <a:defRPr sz="14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91">
          <p15:clr>
            <a:srgbClr val="5ACBF0"/>
          </p15:clr>
        </p15:guide>
        <p15:guide id="8" pos="435">
          <p15:clr>
            <a:srgbClr val="9FCC3B"/>
          </p15:clr>
        </p15:guide>
        <p15:guide id="9" pos="916">
          <p15:clr>
            <a:srgbClr val="C35EA4"/>
          </p15:clr>
        </p15:guide>
        <p15:guide id="10" pos="9392">
          <p15:clr>
            <a:srgbClr val="5ACBF0"/>
          </p15:clr>
        </p15:guide>
        <p15:guide id="11" pos="207">
          <p15:clr>
            <a:srgbClr val="5ACBF0"/>
          </p15:clr>
        </p15:guide>
        <p15:guide id="12" orient="horz" pos="4832">
          <p15:clr>
            <a:srgbClr val="5ACBF0"/>
          </p15:clr>
        </p15:guide>
        <p15:guide id="13" pos="9164">
          <p15:clr>
            <a:srgbClr val="9FCC3B"/>
          </p15:clr>
        </p15:guide>
        <p15:guide id="14" orient="horz" pos="401">
          <p15:clr>
            <a:srgbClr val="9FCC3B"/>
          </p15:clr>
        </p15:guide>
        <p15:guide id="15" orient="horz" pos="4622">
          <p15:clr>
            <a:srgbClr val="9FCC3B"/>
          </p15:clr>
        </p15:guide>
        <p15:guide id="16" orient="horz" pos="983">
          <p15:clr>
            <a:srgbClr val="A4A3A4"/>
          </p15:clr>
        </p15:guide>
        <p15:guide id="17" orient="horz" pos="4490">
          <p15:clr>
            <a:srgbClr val="A4A3A4"/>
          </p15:clr>
        </p15:guide>
        <p15:guide id="18" pos="8654">
          <p15:clr>
            <a:srgbClr val="C35EA4"/>
          </p15:clr>
        </p15:guide>
        <p15:guide id="19" orient="horz" pos="1351">
          <p15:clr>
            <a:srgbClr val="FDE53C"/>
          </p15:clr>
        </p15:guide>
        <p15:guide id="20" pos="8768">
          <p15:clr>
            <a:srgbClr val="F26B43"/>
          </p15:clr>
        </p15:guide>
        <p15:guide id="21" pos="83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381002"/>
            <a:ext cx="11430000" cy="983263"/>
          </a:xfrm>
          <a:prstGeom prst="rect">
            <a:avLst/>
          </a:prstGeom>
        </p:spPr>
        <p:txBody>
          <a:bodyPr vert="horz" lIns="0" tIns="45720" rIns="0" bIns="0" rtlCol="0" anchor="t" anchorCtr="0">
            <a:normAutofit/>
          </a:bodyPr>
          <a:lstStyle/>
          <a:p>
            <a:r>
              <a:rPr kumimoji="0" lang="en-GB" sz="3600" b="1" i="0" u="none" strike="noStrike" kern="1200" cap="none" spc="0" normalizeH="0" baseline="0" noProof="0">
                <a:ln>
                  <a:noFill/>
                </a:ln>
                <a:solidFill>
                  <a:srgbClr val="000000"/>
                </a:solidFill>
                <a:effectLst/>
                <a:uLnTx/>
                <a:uFillTx/>
                <a:latin typeface="+mj-lt"/>
                <a:ea typeface="+mj-ea"/>
                <a:cs typeface="+mj-cs"/>
              </a:rPr>
              <a:t>Insert main title at 36pt, min 30pt</a:t>
            </a:r>
            <a:endParaRPr lang="en-US"/>
          </a:p>
        </p:txBody>
      </p:sp>
      <p:sp>
        <p:nvSpPr>
          <p:cNvPr id="5" name="Footer Placeholder 6">
            <a:extLst>
              <a:ext uri="{FF2B5EF4-FFF2-40B4-BE49-F238E27FC236}">
                <a16:creationId xmlns:a16="http://schemas.microsoft.com/office/drawing/2014/main" id="{6F6B3343-B4EF-4BC5-A753-D80C4EADB365}"/>
              </a:ext>
            </a:extLst>
          </p:cNvPr>
          <p:cNvSpPr>
            <a:spLocks noGrp="1"/>
          </p:cNvSpPr>
          <p:nvPr>
            <p:ph type="ftr" sz="quarter" idx="3"/>
          </p:nvPr>
        </p:nvSpPr>
        <p:spPr>
          <a:xfrm>
            <a:off x="381002" y="6519009"/>
            <a:ext cx="5714999" cy="206375"/>
          </a:xfrm>
          <a:prstGeom prst="rect">
            <a:avLst/>
          </a:prstGeom>
        </p:spPr>
        <p:txBody>
          <a:bodyPr/>
          <a:lstStyle>
            <a:lvl1pPr>
              <a:defRPr sz="800">
                <a:solidFill>
                  <a:schemeClr val="tx1">
                    <a:alpha val="40000"/>
                  </a:schemeClr>
                </a:solidFill>
              </a:defRPr>
            </a:lvl1pPr>
          </a:lstStyle>
          <a:p>
            <a:r>
              <a:rPr lang="en-US" dirty="0"/>
              <a:t>Copyright © 2020 Accenture. All rights reserved.</a:t>
            </a:r>
          </a:p>
        </p:txBody>
      </p:sp>
      <p:sp>
        <p:nvSpPr>
          <p:cNvPr id="6" name="Slide Number Placeholder 9">
            <a:extLst>
              <a:ext uri="{FF2B5EF4-FFF2-40B4-BE49-F238E27FC236}">
                <a16:creationId xmlns:a16="http://schemas.microsoft.com/office/drawing/2014/main" id="{299A5035-44EB-4653-8F65-351427FC9B77}"/>
              </a:ext>
            </a:extLst>
          </p:cNvPr>
          <p:cNvSpPr>
            <a:spLocks noGrp="1"/>
          </p:cNvSpPr>
          <p:nvPr>
            <p:ph type="sldNum" sz="quarter" idx="4"/>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8" name="Text Placeholder 7">
            <a:extLst>
              <a:ext uri="{FF2B5EF4-FFF2-40B4-BE49-F238E27FC236}">
                <a16:creationId xmlns:a16="http://schemas.microsoft.com/office/drawing/2014/main" id="{234CD17C-3ACE-4AE0-A6C5-F90D44EA7243}"/>
              </a:ext>
            </a:extLst>
          </p:cNvPr>
          <p:cNvSpPr>
            <a:spLocks noGrp="1"/>
          </p:cNvSpPr>
          <p:nvPr>
            <p:ph type="body" idx="1"/>
          </p:nvPr>
        </p:nvSpPr>
        <p:spPr>
          <a:xfrm>
            <a:off x="381000" y="1943099"/>
            <a:ext cx="11430000" cy="42338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pic>
        <p:nvPicPr>
          <p:cNvPr id="7" name="Accenture_Technology" hidden="1">
            <a:extLst>
              <a:ext uri="{FF2B5EF4-FFF2-40B4-BE49-F238E27FC236}">
                <a16:creationId xmlns:a16="http://schemas.microsoft.com/office/drawing/2014/main" id="{7F561B55-4A32-431D-8BA4-1A51234302A5}"/>
              </a:ext>
            </a:extLst>
          </p:cNvPr>
          <p:cNvPicPr>
            <a:picLocks noChangeAspect="1"/>
          </p:cNvPicPr>
          <p:nvPr userDrawn="1"/>
        </p:nvPicPr>
        <p:blipFill>
          <a:blip r:embed="rId21" cstate="email">
            <a:extLst>
              <a:ext uri="{28A0092B-C50C-407E-A947-70E740481C1C}">
                <a14:useLocalDpi xmlns:a14="http://schemas.microsoft.com/office/drawing/2010/main"/>
              </a:ext>
            </a:extLst>
          </a:blip>
          <a:stretch>
            <a:fillRect/>
          </a:stretch>
        </p:blipFill>
        <p:spPr>
          <a:xfrm>
            <a:off x="338798" y="6243985"/>
            <a:ext cx="2024293" cy="333289"/>
          </a:xfrm>
          <a:prstGeom prst="rect">
            <a:avLst/>
          </a:prstGeom>
        </p:spPr>
      </p:pic>
      <p:pic>
        <p:nvPicPr>
          <p:cNvPr id="9" name="Accenture_Strategy" hidden="1">
            <a:extLst>
              <a:ext uri="{FF2B5EF4-FFF2-40B4-BE49-F238E27FC236}">
                <a16:creationId xmlns:a16="http://schemas.microsoft.com/office/drawing/2014/main" id="{C33EDD26-4BAD-4452-B33F-48241F98D591}"/>
              </a:ext>
            </a:extLst>
          </p:cNvPr>
          <p:cNvPicPr>
            <a:picLocks noChangeAspect="1"/>
          </p:cNvPicPr>
          <p:nvPr userDrawn="1"/>
        </p:nvPicPr>
        <p:blipFill>
          <a:blip r:embed="rId22" cstate="email">
            <a:extLst>
              <a:ext uri="{28A0092B-C50C-407E-A947-70E740481C1C}">
                <a14:useLocalDpi xmlns:a14="http://schemas.microsoft.com/office/drawing/2010/main"/>
              </a:ext>
            </a:extLst>
          </a:blip>
          <a:stretch>
            <a:fillRect/>
          </a:stretch>
        </p:blipFill>
        <p:spPr>
          <a:xfrm>
            <a:off x="345018" y="6243522"/>
            <a:ext cx="1728810" cy="328803"/>
          </a:xfrm>
          <a:prstGeom prst="rect">
            <a:avLst/>
          </a:prstGeom>
        </p:spPr>
      </p:pic>
      <p:pic>
        <p:nvPicPr>
          <p:cNvPr id="10" name="Accenture_Operations" hidden="1">
            <a:extLst>
              <a:ext uri="{FF2B5EF4-FFF2-40B4-BE49-F238E27FC236}">
                <a16:creationId xmlns:a16="http://schemas.microsoft.com/office/drawing/2014/main" id="{88E87CB4-5755-499D-91D5-9B8DF482A9E0}"/>
              </a:ext>
            </a:extLst>
          </p:cNvPr>
          <p:cNvPicPr>
            <a:picLocks noChangeAspect="1"/>
          </p:cNvPicPr>
          <p:nvPr userDrawn="1"/>
        </p:nvPicPr>
        <p:blipFill>
          <a:blip r:embed="rId23" cstate="email">
            <a:extLst>
              <a:ext uri="{28A0092B-C50C-407E-A947-70E740481C1C}">
                <a14:useLocalDpi xmlns:a14="http://schemas.microsoft.com/office/drawing/2010/main"/>
              </a:ext>
            </a:extLst>
          </a:blip>
          <a:stretch>
            <a:fillRect/>
          </a:stretch>
        </p:blipFill>
        <p:spPr>
          <a:xfrm>
            <a:off x="352728" y="6252513"/>
            <a:ext cx="1958068" cy="324500"/>
          </a:xfrm>
          <a:prstGeom prst="rect">
            <a:avLst/>
          </a:prstGeom>
        </p:spPr>
      </p:pic>
      <p:pic>
        <p:nvPicPr>
          <p:cNvPr id="11" name="Accenture_Mobility" hidden="1">
            <a:extLst>
              <a:ext uri="{FF2B5EF4-FFF2-40B4-BE49-F238E27FC236}">
                <a16:creationId xmlns:a16="http://schemas.microsoft.com/office/drawing/2014/main" id="{CADE9D37-50D3-4E92-9D49-2C716078D159}"/>
              </a:ext>
            </a:extLst>
          </p:cNvPr>
          <p:cNvPicPr>
            <a:picLocks noChangeAspect="1"/>
          </p:cNvPicPr>
          <p:nvPr userDrawn="1"/>
        </p:nvPicPr>
        <p:blipFill>
          <a:blip r:embed="rId24" cstate="email">
            <a:extLst>
              <a:ext uri="{28A0092B-C50C-407E-A947-70E740481C1C}">
                <a14:useLocalDpi xmlns:a14="http://schemas.microsoft.com/office/drawing/2010/main"/>
              </a:ext>
            </a:extLst>
          </a:blip>
          <a:stretch>
            <a:fillRect/>
          </a:stretch>
        </p:blipFill>
        <p:spPr>
          <a:xfrm>
            <a:off x="334963" y="6339423"/>
            <a:ext cx="2040630" cy="361414"/>
          </a:xfrm>
          <a:prstGeom prst="rect">
            <a:avLst/>
          </a:prstGeom>
        </p:spPr>
      </p:pic>
      <p:pic>
        <p:nvPicPr>
          <p:cNvPr id="12" name="Accenture_Interactive" hidden="1">
            <a:extLst>
              <a:ext uri="{FF2B5EF4-FFF2-40B4-BE49-F238E27FC236}">
                <a16:creationId xmlns:a16="http://schemas.microsoft.com/office/drawing/2014/main" id="{279B5443-5FDB-4D90-9C86-4ACF31740D66}"/>
              </a:ext>
            </a:extLst>
          </p:cNvPr>
          <p:cNvPicPr>
            <a:picLocks noChangeAspect="1"/>
          </p:cNvPicPr>
          <p:nvPr userDrawn="1"/>
        </p:nvPicPr>
        <p:blipFill>
          <a:blip r:embed="rId25" cstate="email">
            <a:extLst>
              <a:ext uri="{28A0092B-C50C-407E-A947-70E740481C1C}">
                <a14:useLocalDpi xmlns:a14="http://schemas.microsoft.com/office/drawing/2010/main"/>
              </a:ext>
            </a:extLst>
          </a:blip>
          <a:stretch>
            <a:fillRect/>
          </a:stretch>
        </p:blipFill>
        <p:spPr>
          <a:xfrm>
            <a:off x="338798" y="6341000"/>
            <a:ext cx="2041200" cy="360863"/>
          </a:xfrm>
          <a:prstGeom prst="rect">
            <a:avLst/>
          </a:prstGeom>
        </p:spPr>
      </p:pic>
      <p:pic>
        <p:nvPicPr>
          <p:cNvPr id="13" name="Accenture_Analytics" hidden="1">
            <a:extLst>
              <a:ext uri="{FF2B5EF4-FFF2-40B4-BE49-F238E27FC236}">
                <a16:creationId xmlns:a16="http://schemas.microsoft.com/office/drawing/2014/main" id="{7E3C0033-CE00-4F44-B4DA-32082D33C83C}"/>
              </a:ext>
            </a:extLst>
          </p:cNvPr>
          <p:cNvPicPr>
            <a:picLocks noChangeAspect="1"/>
          </p:cNvPicPr>
          <p:nvPr userDrawn="1"/>
        </p:nvPicPr>
        <p:blipFill>
          <a:blip r:embed="rId26" cstate="email">
            <a:extLst>
              <a:ext uri="{28A0092B-C50C-407E-A947-70E740481C1C}">
                <a14:useLocalDpi xmlns:a14="http://schemas.microsoft.com/office/drawing/2010/main"/>
              </a:ext>
            </a:extLst>
          </a:blip>
          <a:stretch>
            <a:fillRect/>
          </a:stretch>
        </p:blipFill>
        <p:spPr>
          <a:xfrm>
            <a:off x="338798" y="6338829"/>
            <a:ext cx="2023200" cy="362168"/>
          </a:xfrm>
          <a:prstGeom prst="rect">
            <a:avLst/>
          </a:prstGeom>
        </p:spPr>
      </p:pic>
      <p:pic>
        <p:nvPicPr>
          <p:cNvPr id="14" name="Accenture_Digital" hidden="1">
            <a:extLst>
              <a:ext uri="{FF2B5EF4-FFF2-40B4-BE49-F238E27FC236}">
                <a16:creationId xmlns:a16="http://schemas.microsoft.com/office/drawing/2014/main" id="{D9D2CA43-44F5-4DDC-AF71-4F5FDFF1B30C}"/>
              </a:ext>
            </a:extLst>
          </p:cNvPr>
          <p:cNvPicPr>
            <a:picLocks noChangeAspect="1"/>
          </p:cNvPicPr>
          <p:nvPr userDrawn="1"/>
        </p:nvPicPr>
        <p:blipFill>
          <a:blip r:embed="rId27" cstate="email">
            <a:extLst>
              <a:ext uri="{28A0092B-C50C-407E-A947-70E740481C1C}">
                <a14:useLocalDpi xmlns:a14="http://schemas.microsoft.com/office/drawing/2010/main"/>
              </a:ext>
            </a:extLst>
          </a:blip>
          <a:stretch>
            <a:fillRect/>
          </a:stretch>
        </p:blipFill>
        <p:spPr>
          <a:xfrm>
            <a:off x="336280" y="6246019"/>
            <a:ext cx="1545637" cy="331832"/>
          </a:xfrm>
          <a:prstGeom prst="rect">
            <a:avLst/>
          </a:prstGeom>
        </p:spPr>
      </p:pic>
      <p:pic>
        <p:nvPicPr>
          <p:cNvPr id="15" name="Accenture_Consulting" hidden="1">
            <a:extLst>
              <a:ext uri="{FF2B5EF4-FFF2-40B4-BE49-F238E27FC236}">
                <a16:creationId xmlns:a16="http://schemas.microsoft.com/office/drawing/2014/main" id="{3344A5AB-F329-4B8E-8006-34B6E40B0028}"/>
              </a:ext>
            </a:extLst>
          </p:cNvPr>
          <p:cNvPicPr>
            <a:picLocks noChangeAspect="1"/>
          </p:cNvPicPr>
          <p:nvPr userDrawn="1"/>
        </p:nvPicPr>
        <p:blipFill>
          <a:blip r:embed="rId28" cstate="email">
            <a:extLst>
              <a:ext uri="{28A0092B-C50C-407E-A947-70E740481C1C}">
                <a14:useLocalDpi xmlns:a14="http://schemas.microsoft.com/office/drawing/2010/main"/>
              </a:ext>
            </a:extLst>
          </a:blip>
          <a:stretch>
            <a:fillRect/>
          </a:stretch>
        </p:blipFill>
        <p:spPr>
          <a:xfrm>
            <a:off x="338799" y="6244783"/>
            <a:ext cx="1942440" cy="330692"/>
          </a:xfrm>
          <a:prstGeom prst="rect">
            <a:avLst/>
          </a:prstGeom>
        </p:spPr>
      </p:pic>
    </p:spTree>
    <p:extLst>
      <p:ext uri="{BB962C8B-B14F-4D97-AF65-F5344CB8AC3E}">
        <p14:creationId xmlns:p14="http://schemas.microsoft.com/office/powerpoint/2010/main" val="270572709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Lst>
  <p:hf hdr="0" ftr="0" dt="0"/>
  <p:txStyles>
    <p:titleStyle>
      <a:lvl1pPr marL="0" indent="0" algn="l" defTabSz="914377" rtl="0" eaLnBrk="1" latinLnBrk="0" hangingPunct="1">
        <a:lnSpc>
          <a:spcPct val="80000"/>
        </a:lnSpc>
        <a:spcBef>
          <a:spcPct val="0"/>
        </a:spcBef>
        <a:buNone/>
        <a:defRPr sz="3600" b="1" kern="1200" cap="none" baseline="0">
          <a:solidFill>
            <a:schemeClr val="tx1"/>
          </a:solidFill>
          <a:latin typeface="+mj-lt"/>
          <a:ea typeface="+mj-ea"/>
          <a:cs typeface="+mj-cs"/>
        </a:defRPr>
      </a:lvl1pPr>
    </p:titleStyle>
    <p:bodyStyle>
      <a:lvl1pPr marL="0" indent="0" algn="l" defTabSz="914377" rtl="0" eaLnBrk="1" latinLnBrk="0" hangingPunct="1">
        <a:lnSpc>
          <a:spcPct val="100000"/>
        </a:lnSpc>
        <a:spcBef>
          <a:spcPts val="1200"/>
        </a:spcBef>
        <a:spcAft>
          <a:spcPts val="1200"/>
        </a:spcAft>
        <a:buFont typeface="Arial" panose="020B0604020202020204" pitchFamily="34" charset="0"/>
        <a:buNone/>
        <a:defRPr sz="2800" b="1" kern="1200" cap="none" baseline="0">
          <a:solidFill>
            <a:schemeClr val="tx1"/>
          </a:solidFill>
          <a:latin typeface="+mj-lt"/>
          <a:ea typeface="+mn-ea"/>
          <a:cs typeface="+mn-cs"/>
        </a:defRPr>
      </a:lvl1pPr>
      <a:lvl2pPr marL="0" indent="0" algn="l" defTabSz="914377" rtl="0" eaLnBrk="1" latinLnBrk="0" hangingPunct="1">
        <a:lnSpc>
          <a:spcPct val="10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10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24">
          <p15:clr>
            <a:srgbClr val="F26B43"/>
          </p15:clr>
        </p15:guide>
        <p15:guide id="2" pos="5640">
          <p15:clr>
            <a:srgbClr val="F26B43"/>
          </p15:clr>
        </p15:guide>
        <p15:guide id="4">
          <p15:clr>
            <a:srgbClr val="F26B43"/>
          </p15:clr>
        </p15:guide>
        <p15:guide id="5" orient="horz" pos="240">
          <p15:clr>
            <a:srgbClr val="F26B43"/>
          </p15:clr>
        </p15:guide>
        <p15:guide id="6" orient="horz">
          <p15:clr>
            <a:srgbClr val="F26B43"/>
          </p15:clr>
        </p15:guide>
        <p15:guide id="7"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5" orient="horz" pos="2232">
          <p15:clr>
            <a:srgbClr val="F26B43"/>
          </p15:clr>
        </p15:guide>
        <p15:guide id="16" orient="horz" pos="32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381002"/>
            <a:ext cx="11430000" cy="983263"/>
          </a:xfrm>
          <a:prstGeom prst="rect">
            <a:avLst/>
          </a:prstGeom>
        </p:spPr>
        <p:txBody>
          <a:bodyPr vert="horz" lIns="0" tIns="45720" rIns="0" bIns="0" rtlCol="0" anchor="t" anchorCtr="0">
            <a:normAutofit/>
          </a:bodyPr>
          <a:lstStyle/>
          <a:p>
            <a:r>
              <a:rPr kumimoji="0" lang="en-GB" sz="3600" b="1" i="0" u="none" strike="noStrike" kern="1200" cap="none" spc="0" normalizeH="0" baseline="0" noProof="0" dirty="0">
                <a:ln>
                  <a:noFill/>
                </a:ln>
                <a:solidFill>
                  <a:srgbClr val="000000"/>
                </a:solidFill>
                <a:effectLst/>
                <a:uLnTx/>
                <a:uFillTx/>
                <a:latin typeface="+mj-lt"/>
                <a:ea typeface="+mj-ea"/>
                <a:cs typeface="+mj-cs"/>
              </a:rPr>
              <a:t>Insert main title at 36pt, min 30pt</a:t>
            </a:r>
            <a:endParaRPr lang="en-US" dirty="0"/>
          </a:p>
        </p:txBody>
      </p:sp>
      <p:sp>
        <p:nvSpPr>
          <p:cNvPr id="8" name="Text Placeholder 7">
            <a:extLst>
              <a:ext uri="{FF2B5EF4-FFF2-40B4-BE49-F238E27FC236}">
                <a16:creationId xmlns:a16="http://schemas.microsoft.com/office/drawing/2014/main" id="{234CD17C-3ACE-4AE0-A6C5-F90D44EA7243}"/>
              </a:ext>
            </a:extLst>
          </p:cNvPr>
          <p:cNvSpPr>
            <a:spLocks noGrp="1"/>
          </p:cNvSpPr>
          <p:nvPr>
            <p:ph type="body" idx="1"/>
          </p:nvPr>
        </p:nvSpPr>
        <p:spPr>
          <a:xfrm>
            <a:off x="381000" y="1943099"/>
            <a:ext cx="11430000" cy="4233863"/>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Footer Placeholder 6">
            <a:extLst>
              <a:ext uri="{FF2B5EF4-FFF2-40B4-BE49-F238E27FC236}">
                <a16:creationId xmlns:a16="http://schemas.microsoft.com/office/drawing/2014/main" id="{C898D3F2-5EC6-4985-85B5-4178882BCB8C}"/>
              </a:ext>
            </a:extLst>
          </p:cNvPr>
          <p:cNvSpPr>
            <a:spLocks noGrp="1"/>
          </p:cNvSpPr>
          <p:nvPr>
            <p:ph type="ftr" sz="quarter" idx="3"/>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9" name="Slide Number Placeholder 9">
            <a:extLst>
              <a:ext uri="{FF2B5EF4-FFF2-40B4-BE49-F238E27FC236}">
                <a16:creationId xmlns:a16="http://schemas.microsoft.com/office/drawing/2014/main" id="{50E54BBC-E15F-4274-9991-03B6F5BA42EC}"/>
              </a:ext>
            </a:extLst>
          </p:cNvPr>
          <p:cNvSpPr>
            <a:spLocks noGrp="1"/>
          </p:cNvSpPr>
          <p:nvPr>
            <p:ph type="sldNum" sz="quarter" idx="4"/>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853474143"/>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Lst>
  <p:hf hdr="0" dt="0"/>
  <p:txStyles>
    <p:titleStyle>
      <a:lvl1pPr marL="0" indent="0" algn="l" defTabSz="914377" rtl="0" eaLnBrk="1" latinLnBrk="0" hangingPunct="1">
        <a:lnSpc>
          <a:spcPct val="80000"/>
        </a:lnSpc>
        <a:spcBef>
          <a:spcPct val="0"/>
        </a:spcBef>
        <a:buNone/>
        <a:defRPr sz="3600" b="1" kern="1200" cap="none" baseline="0">
          <a:solidFill>
            <a:schemeClr val="tx1"/>
          </a:solidFill>
          <a:latin typeface="+mj-lt"/>
          <a:ea typeface="+mj-ea"/>
          <a:cs typeface="+mj-cs"/>
        </a:defRPr>
      </a:lvl1pPr>
    </p:titleStyle>
    <p:bodyStyle>
      <a:lvl1pPr marL="0" indent="0" algn="l" defTabSz="914377" rtl="0" eaLnBrk="1" latinLnBrk="0" hangingPunct="1">
        <a:lnSpc>
          <a:spcPct val="90000"/>
        </a:lnSpc>
        <a:spcBef>
          <a:spcPts val="1200"/>
        </a:spcBef>
        <a:spcAft>
          <a:spcPts val="1200"/>
        </a:spcAft>
        <a:buFont typeface="Arial" panose="020B0604020202020204" pitchFamily="34" charset="0"/>
        <a:buNone/>
        <a:defRPr sz="2800" b="1" kern="1200" cap="none" baseline="0">
          <a:solidFill>
            <a:schemeClr val="tx1"/>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24">
          <p15:clr>
            <a:srgbClr val="F26B43"/>
          </p15:clr>
        </p15:guide>
        <p15:guide id="2" pos="5640">
          <p15:clr>
            <a:srgbClr val="F26B43"/>
          </p15:clr>
        </p15:guide>
        <p15:guide id="4">
          <p15:clr>
            <a:srgbClr val="F26B43"/>
          </p15:clr>
        </p15:guide>
        <p15:guide id="5" orient="horz" pos="240">
          <p15:clr>
            <a:srgbClr val="F26B43"/>
          </p15:clr>
        </p15:guide>
        <p15:guide id="6" orient="horz">
          <p15:clr>
            <a:srgbClr val="F26B43"/>
          </p15:clr>
        </p15:guide>
        <p15:guide id="7"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5" orient="horz" pos="2232">
          <p15:clr>
            <a:srgbClr val="F26B43"/>
          </p15:clr>
        </p15:guide>
        <p15:guide id="16" orient="horz" pos="32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F314A7-305B-4E0B-96B7-5B0949118DB0}" type="datetimeFigureOut">
              <a:rPr lang="en-IN" smtClean="0"/>
              <a:t>17-08-2026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DA3DAB-CBFF-463B-9AA2-9E36431F8A67}" type="slidenum">
              <a:rPr lang="en-IN" smtClean="0"/>
              <a:t>‹#›</a:t>
            </a:fld>
            <a:endParaRPr lang="en-IN"/>
          </a:p>
        </p:txBody>
      </p:sp>
    </p:spTree>
    <p:extLst>
      <p:ext uri="{BB962C8B-B14F-4D97-AF65-F5344CB8AC3E}">
        <p14:creationId xmlns:p14="http://schemas.microsoft.com/office/powerpoint/2010/main" val="566692763"/>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copyright">
            <a:extLst>
              <a:ext uri="{FF2B5EF4-FFF2-40B4-BE49-F238E27FC236}">
                <a16:creationId xmlns:a16="http://schemas.microsoft.com/office/drawing/2014/main" id="{8DEAF7F0-ADBE-DA4B-80DE-727BD0E615AA}"/>
              </a:ext>
            </a:extLst>
          </p:cNvPr>
          <p:cNvSpPr txBox="1"/>
          <p:nvPr/>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tx1">
                    <a:lumMod val="50000"/>
                    <a:lumOff val="50000"/>
                    <a:alpha val="75000"/>
                  </a:schemeClr>
                </a:solidFill>
                <a:latin typeface="Graphik" panose="020B0503030202060203" pitchFamily="34" charset="77"/>
              </a:rPr>
              <a:t>Copyright © 2025 Accenture. All rights reserved.</a:t>
            </a:r>
            <a:endParaRPr lang="en-US" sz="1351" noProof="0">
              <a:solidFill>
                <a:schemeClr val="tx1">
                  <a:lumMod val="50000"/>
                  <a:lumOff val="50000"/>
                  <a:alpha val="75000"/>
                </a:schemeClr>
              </a:solidFill>
              <a:latin typeface="Graphik" panose="020B0503030202060203" pitchFamily="34" charset="77"/>
            </a:endParaRPr>
          </a:p>
        </p:txBody>
      </p:sp>
      <p:sp>
        <p:nvSpPr>
          <p:cNvPr id="26" name="slide number automatic">
            <a:extLst>
              <a:ext uri="{FF2B5EF4-FFF2-40B4-BE49-F238E27FC236}">
                <a16:creationId xmlns:a16="http://schemas.microsoft.com/office/drawing/2014/main" id="{A54DE5B9-F305-CC4E-9A6A-0DC78956D275}"/>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50000"/>
                    <a:lumOff val="50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50000"/>
                  <a:lumOff val="50000"/>
                  <a:alpha val="75000"/>
                </a:schemeClr>
              </a:solidFill>
              <a:latin typeface="+mj-lt"/>
            </a:endParaRPr>
          </a:p>
        </p:txBody>
      </p:sp>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565460" y="558086"/>
            <a:ext cx="11357865" cy="393954"/>
          </a:xfrm>
          <a:prstGeom prst="rect">
            <a:avLst/>
          </a:prstGeom>
        </p:spPr>
        <p:txBody>
          <a:bodyPr vert="horz" wrap="square" lIns="0" tIns="0" rIns="0" bIns="0" rtlCol="0" anchor="t">
            <a:spAutoFit/>
          </a:bodyPr>
          <a:lstStyle/>
          <a:p>
            <a:r>
              <a:rPr lang="en-US" b="1" i="0">
                <a:latin typeface="Graphik Semibold" panose="020B0503030202060203" pitchFamily="34" charset="77"/>
              </a:rPr>
              <a:t>Place headline here in </a:t>
            </a:r>
            <a:r>
              <a:rPr lang="en-US" b="1" i="0" err="1">
                <a:latin typeface="Graphik Semibold" panose="020B0503030202060203" pitchFamily="34" charset="77"/>
              </a:rPr>
              <a:t>Graphik</a:t>
            </a:r>
            <a:r>
              <a:rPr lang="en-US" b="1" i="0">
                <a:latin typeface="Graphik Semibold" panose="020B0503030202060203" pitchFamily="34" charset="77"/>
              </a:rPr>
              <a:t> Semibold</a:t>
            </a:r>
            <a:endParaRPr lang="en-US"/>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565460" y="1371601"/>
            <a:ext cx="11357865" cy="4766863"/>
          </a:xfrm>
          <a:prstGeom prst="rect">
            <a:avLst/>
          </a:prstGeom>
          <a:ln>
            <a:noFill/>
          </a:ln>
        </p:spPr>
        <p:txBody>
          <a:bodyPr vert="horz" lIns="0" tIns="0" rIns="0" bIns="0" rtlCol="0">
            <a:noAutofit/>
          </a:bodyPr>
          <a:lstStyle/>
          <a:p>
            <a:pPr lvl="0"/>
            <a:r>
              <a:rPr lang="en-US"/>
              <a:t>First level (copy)</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7"/>
            <a:r>
              <a:rPr lang="en-US"/>
              <a:t>EIGHT LEVEL (DESCRIPTOR)</a:t>
            </a:r>
          </a:p>
          <a:p>
            <a:pPr lvl="8"/>
            <a:r>
              <a:rPr lang="en-US"/>
              <a:t>Ninth level (footer)</a:t>
            </a:r>
          </a:p>
        </p:txBody>
      </p:sp>
      <p:sp>
        <p:nvSpPr>
          <p:cNvPr id="4" name="GTS_Purple">
            <a:extLst>
              <a:ext uri="{FF2B5EF4-FFF2-40B4-BE49-F238E27FC236}">
                <a16:creationId xmlns:a16="http://schemas.microsoft.com/office/drawing/2014/main" id="{43975608-6DA8-9707-7CBD-C871ED474F3A}"/>
              </a:ext>
              <a:ext uri="{C183D7F6-B498-43B3-948B-1728B52AA6E4}">
                <adec:decorative xmlns:adec="http://schemas.microsoft.com/office/drawing/2017/decorative" val="1"/>
              </a:ext>
            </a:extLst>
          </p:cNvPr>
          <p:cNvSpPr>
            <a:spLocks noChangeAspect="1"/>
          </p:cNvSpPr>
          <p:nvPr userDrawn="1"/>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462129405"/>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 id="2147483735" r:id="rId22"/>
    <p:sldLayoutId id="2147483736" r:id="rId23"/>
    <p:sldLayoutId id="2147483737" r:id="rId24"/>
    <p:sldLayoutId id="2147483738" r:id="rId25"/>
    <p:sldLayoutId id="2147483739" r:id="rId26"/>
    <p:sldLayoutId id="2147483740" r:id="rId27"/>
    <p:sldLayoutId id="2147483741" r:id="rId28"/>
    <p:sldLayoutId id="2147483742" r:id="rId29"/>
    <p:sldLayoutId id="2147483743" r:id="rId30"/>
    <p:sldLayoutId id="2147483744" r:id="rId31"/>
    <p:sldLayoutId id="2147483745" r:id="rId32"/>
    <p:sldLayoutId id="2147483746" r:id="rId33"/>
    <p:sldLayoutId id="2147483747" r:id="rId34"/>
    <p:sldLayoutId id="2147483748" r:id="rId35"/>
    <p:sldLayoutId id="2147483749" r:id="rId36"/>
    <p:sldLayoutId id="2147483750" r:id="rId37"/>
    <p:sldLayoutId id="2147483751" r:id="rId38"/>
    <p:sldLayoutId id="2147483752" r:id="rId39"/>
    <p:sldLayoutId id="2147483753" r:id="rId40"/>
    <p:sldLayoutId id="2147483754" r:id="rId41"/>
    <p:sldLayoutId id="2147483755" r:id="rId42"/>
    <p:sldLayoutId id="2147483756" r:id="rId43"/>
    <p:sldLayoutId id="2147483757" r:id="rId44"/>
    <p:sldLayoutId id="2147483758" r:id="rId45"/>
    <p:sldLayoutId id="2147483759" r:id="rId46"/>
    <p:sldLayoutId id="2147483760" r:id="rId47"/>
    <p:sldLayoutId id="2147483761" r:id="rId48"/>
    <p:sldLayoutId id="2147483762" r:id="rId49"/>
    <p:sldLayoutId id="2147483763" r:id="rId50"/>
    <p:sldLayoutId id="2147483764" r:id="rId51"/>
    <p:sldLayoutId id="2147483765" r:id="rId52"/>
    <p:sldLayoutId id="2147483766" r:id="rId53"/>
    <p:sldLayoutId id="2147483767" r:id="rId54"/>
    <p:sldLayoutId id="2147483768" r:id="rId55"/>
    <p:sldLayoutId id="2147483769" r:id="rId56"/>
    <p:sldLayoutId id="2147483770" r:id="rId57"/>
  </p:sldLayoutIdLst>
  <p:hf sldNum="0" hdr="0" ftr="0" dt="0"/>
  <p:txStyles>
    <p:titleStyle>
      <a:lvl1pPr algn="l" defTabSz="914377" rtl="0" eaLnBrk="1" latinLnBrk="0" hangingPunct="1">
        <a:lnSpc>
          <a:spcPct val="80000"/>
        </a:lnSpc>
        <a:spcBef>
          <a:spcPct val="0"/>
        </a:spcBef>
        <a:buNone/>
        <a:defRPr sz="3200" b="0" i="0" kern="1200">
          <a:solidFill>
            <a:schemeClr val="tx1"/>
          </a:solidFill>
          <a:latin typeface="Graphik Semibold" panose="020B0503030202060203" pitchFamily="34" charset="77"/>
          <a:ea typeface="+mj-ea"/>
          <a:cs typeface="+mj-cs"/>
        </a:defRPr>
      </a:lvl1pPr>
    </p:titleStyle>
    <p:body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4">
          <p15:clr>
            <a:srgbClr val="5ACBF0"/>
          </p15:clr>
        </p15:guide>
        <p15:guide id="8" pos="347">
          <p15:clr>
            <a:srgbClr val="9FCC3B"/>
          </p15:clr>
        </p15:guide>
        <p15:guide id="9" pos="733">
          <p15:clr>
            <a:srgbClr val="C35EA4"/>
          </p15:clr>
        </p15:guide>
        <p15:guide id="10" pos="7514">
          <p15:clr>
            <a:srgbClr val="5ACBF0"/>
          </p15:clr>
        </p15:guide>
        <p15:guide id="11" pos="166">
          <p15:clr>
            <a:srgbClr val="5ACBF0"/>
          </p15:clr>
        </p15:guide>
        <p15:guide id="12" orient="horz" pos="4156">
          <p15:clr>
            <a:srgbClr val="5ACBF0"/>
          </p15:clr>
        </p15:guide>
        <p15:guide id="13" pos="7333">
          <p15:clr>
            <a:srgbClr val="9FCC3B"/>
          </p15:clr>
        </p15:guide>
        <p15:guide id="14" orient="horz" pos="346">
          <p15:clr>
            <a:srgbClr val="9FCC3B"/>
          </p15:clr>
        </p15:guide>
        <p15:guide id="15" orient="horz" pos="3974">
          <p15:clr>
            <a:srgbClr val="9FCC3B"/>
          </p15:clr>
        </p15:guide>
        <p15:guide id="16" orient="horz" pos="845">
          <p15:clr>
            <a:srgbClr val="A4A3A4"/>
          </p15:clr>
        </p15:guide>
        <p15:guide id="17" orient="horz" pos="3861">
          <p15:clr>
            <a:srgbClr val="A4A3A4"/>
          </p15:clr>
        </p15:guide>
        <p15:guide id="18" pos="6924">
          <p15:clr>
            <a:srgbClr val="C35EA4"/>
          </p15:clr>
        </p15:guide>
        <p15:guide id="19" orient="horz" pos="1162">
          <p15:clr>
            <a:srgbClr val="FDE53C"/>
          </p15:clr>
        </p15:guide>
        <p15:guide id="20" pos="7015">
          <p15:clr>
            <a:srgbClr val="F26B43"/>
          </p15:clr>
        </p15:guide>
        <p15:guide id="21" pos="66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xml"/><Relationship Id="rId3" Type="http://schemas.openxmlformats.org/officeDocument/2006/relationships/image" Target="../media/image28.jpg"/><Relationship Id="rId4" Type="http://schemas.openxmlformats.org/officeDocument/2006/relationships/image" Target="../media/image2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30.jpeg"/><Relationship Id="rId3" Type="http://schemas.openxmlformats.org/officeDocument/2006/relationships/image" Target="../media/image31.jpe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drive.google.com/file/d/1U0qsM3jGvBVVtscg6wikxxGiOH4cvRs0/view?usp=sharing" TargetMode="External"/><Relationship Id="rId3" Type="http://schemas.openxmlformats.org/officeDocument/2006/relationships/slideLayout" Target="../slideLayouts/slideLayout44.xml"/><Relationship Id="rId5" Type="http://schemas.openxmlformats.org/officeDocument/2006/relationships/hyperlink" Target="https://drive.google.com/drive/folders/1wY7A9GcMkgCSGwxs4Z9mUg2iX4wXhhoC?usp=sharing" TargetMode="External"/><Relationship Id="rId6" Type="http://schemas.openxmlformats.org/officeDocument/2006/relationships/notesSlide" Target="../notesSlides/notesSlide5.xml"/><Relationship Id="rId7" Type="http://schemas.openxmlformats.org/officeDocument/2006/relationships/image" Target="../media/image33.png"/><Relationship Id="rId8" Type="http://schemas.microsoft.com/office/2007/relationships/media" Target="../media/media2.mp4"/><Relationship Id="rId9" Type="http://schemas.openxmlformats.org/officeDocument/2006/relationships/video" Target="../media/media2.mp4"/></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4F81C1D7-25E7-2AEA-5B9C-B4934B416F14}"/>
              </a:ext>
            </a:extLst>
          </p:cNvPr>
          <p:cNvPicPr>
            <a:picLocks noChangeAspect="1"/>
          </p:cNvPicPr>
          <p:nvPr/>
        </p:nvPicPr>
        <p:blipFill>
          <a:blip r:embed="rId3"/>
          <a:srcRect b="3035"/>
          <a:stretch>
            <a:fillRect/>
          </a:stretch>
        </p:blipFill>
        <p:spPr>
          <a:xfrm>
            <a:off x="20" y="1282"/>
            <a:ext cx="12191980" cy="6856718"/>
          </a:xfrm>
          <a:prstGeom prst="rect">
            <a:avLst/>
          </a:prstGeom>
        </p:spPr>
      </p:pic>
      <p:sp>
        <p:nvSpPr>
          <p:cNvPr id="17" name="TextBox 16">
            <a:extLst>
              <a:ext uri="{FF2B5EF4-FFF2-40B4-BE49-F238E27FC236}">
                <a16:creationId xmlns:a16="http://schemas.microsoft.com/office/drawing/2014/main" id="{7935BF95-9260-FF3E-8BA1-F61D8AD0F5C6}"/>
              </a:ext>
            </a:extLst>
          </p:cNvPr>
          <p:cNvSpPr txBox="1"/>
          <p:nvPr/>
        </p:nvSpPr>
        <p:spPr>
          <a:xfrm>
            <a:off x="2989992" y="5411118"/>
            <a:ext cx="6212017" cy="566822"/>
          </a:xfrm>
          <a:prstGeom prst="rect">
            <a:avLst/>
          </a:prstGeom>
          <a:noFill/>
        </p:spPr>
        <p:txBody>
          <a:bodyPr wrap="square" rtlCol="0">
            <a:spAutoFit/>
          </a:bodyPr>
          <a:lstStyle/>
          <a:p>
            <a:pPr marL="0" marR="0" lvl="0" indent="0" algn="ctr" defTabSz="914377" rtl="0" eaLnBrk="1" fontAlgn="auto" latinLnBrk="0" hangingPunct="1">
              <a:lnSpc>
                <a:spcPts val="3720"/>
              </a:lnSpc>
              <a:spcBef>
                <a:spcPts val="0"/>
              </a:spcBef>
              <a:spcAft>
                <a:spcPts val="0"/>
              </a:spcAft>
              <a:buClrTx/>
              <a:buSzTx/>
              <a:buFontTx/>
              <a:buNone/>
              <a:tabLst/>
              <a:defRPr/>
            </a:pPr>
            <a:r>
              <a:rPr kumimoji="0" lang="en-US" sz="4000" b="1" i="0" u="none" strike="noStrike" kern="1200" cap="none" spc="-150" normalizeH="0" baseline="0" noProof="0" dirty="0">
                <a:ln>
                  <a:noFill/>
                </a:ln>
                <a:solidFill>
                  <a:srgbClr val="FFFFFF"/>
                </a:solidFill>
                <a:effectLst/>
                <a:uLnTx/>
                <a:uFillTx/>
                <a:latin typeface="Graphik Semibold" panose="020B0503030202060203" pitchFamily="34" charset="77"/>
                <a:ea typeface="+mn-ea"/>
                <a:cs typeface="+mn-cs"/>
              </a:rPr>
              <a:t>AI reinvention made real</a:t>
            </a:r>
          </a:p>
        </p:txBody>
      </p:sp>
      <p:sp>
        <p:nvSpPr>
          <p:cNvPr id="18" name="Rectangle 17">
            <a:extLst>
              <a:ext uri="{FF2B5EF4-FFF2-40B4-BE49-F238E27FC236}">
                <a16:creationId xmlns:a16="http://schemas.microsoft.com/office/drawing/2014/main" id="{9ED2B6F5-4632-A6A7-D235-C4D1E256BD27}"/>
              </a:ext>
            </a:extLst>
          </p:cNvPr>
          <p:cNvSpPr/>
          <p:nvPr/>
        </p:nvSpPr>
        <p:spPr>
          <a:xfrm>
            <a:off x="3858744" y="5990476"/>
            <a:ext cx="4474512" cy="352647"/>
          </a:xfrm>
          <a:prstGeom prst="rect">
            <a:avLst/>
          </a:prstGeom>
          <a:solidFill>
            <a:srgbClr val="A1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Regular"/>
              <a:ea typeface="+mn-ea"/>
              <a:cs typeface="+mn-cs"/>
            </a:endParaRPr>
          </a:p>
        </p:txBody>
      </p:sp>
      <p:sp>
        <p:nvSpPr>
          <p:cNvPr id="19" name="TextBox 18">
            <a:extLst>
              <a:ext uri="{FF2B5EF4-FFF2-40B4-BE49-F238E27FC236}">
                <a16:creationId xmlns:a16="http://schemas.microsoft.com/office/drawing/2014/main" id="{8548F6C9-FCFE-86D4-8670-F533A4CE4650}"/>
              </a:ext>
            </a:extLst>
          </p:cNvPr>
          <p:cNvSpPr txBox="1"/>
          <p:nvPr/>
        </p:nvSpPr>
        <p:spPr>
          <a:xfrm>
            <a:off x="3858744" y="5972549"/>
            <a:ext cx="4474512" cy="369332"/>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Graphik" panose="020B0503030202060203" pitchFamily="34" charset="77"/>
                <a:ea typeface="+mn-ea"/>
                <a:cs typeface="+mn-cs"/>
              </a:rPr>
              <a:t>Accenture Innovation Challenge 2026</a:t>
            </a:r>
          </a:p>
        </p:txBody>
      </p:sp>
      <p:pic>
        <p:nvPicPr>
          <p:cNvPr id="20" name="Picture 19">
            <a:extLst>
              <a:ext uri="{FF2B5EF4-FFF2-40B4-BE49-F238E27FC236}">
                <a16:creationId xmlns:a16="http://schemas.microsoft.com/office/drawing/2014/main" id="{40F1EFF8-B673-136C-4910-73D1BC9075D6}"/>
              </a:ext>
            </a:extLst>
          </p:cNvPr>
          <p:cNvPicPr>
            <a:picLocks noChangeAspect="1"/>
          </p:cNvPicPr>
          <p:nvPr/>
        </p:nvPicPr>
        <p:blipFill>
          <a:blip r:embed="rId4"/>
          <a:stretch>
            <a:fillRect/>
          </a:stretch>
        </p:blipFill>
        <p:spPr>
          <a:xfrm>
            <a:off x="676893" y="667062"/>
            <a:ext cx="1251231" cy="330466"/>
          </a:xfrm>
          <a:prstGeom prst="rect">
            <a:avLst/>
          </a:prstGeom>
        </p:spPr>
      </p:pic>
    </p:spTree>
    <p:extLst>
      <p:ext uri="{BB962C8B-B14F-4D97-AF65-F5344CB8AC3E}">
        <p14:creationId xmlns:p14="http://schemas.microsoft.com/office/powerpoint/2010/main" val="4229161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73E37827-E5D7-46FD-9143-ABFBF88A628E}"/>
              </a:ext>
            </a:extLst>
          </p:cNvPr>
          <p:cNvSpPr/>
          <p:nvPr/>
        </p:nvSpPr>
        <p:spPr>
          <a:xfrm>
            <a:off x="7385349" y="2505161"/>
            <a:ext cx="1443661" cy="1471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raphik"/>
              <a:ea typeface="+mn-ea"/>
              <a:cs typeface="+mn-cs"/>
            </a:endParaRPr>
          </a:p>
        </p:txBody>
      </p:sp>
      <p:sp>
        <p:nvSpPr>
          <p:cNvPr id="24" name="Rectangle 23">
            <a:extLst>
              <a:ext uri="{FF2B5EF4-FFF2-40B4-BE49-F238E27FC236}">
                <a16:creationId xmlns:a16="http://schemas.microsoft.com/office/drawing/2014/main" id="{171E876B-A706-450C-8C34-951E6FA6C00F}"/>
              </a:ext>
            </a:extLst>
          </p:cNvPr>
          <p:cNvSpPr/>
          <p:nvPr/>
        </p:nvSpPr>
        <p:spPr>
          <a:xfrm>
            <a:off x="852719" y="2391195"/>
            <a:ext cx="1292220" cy="15867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raphik"/>
              <a:ea typeface="+mn-ea"/>
              <a:cs typeface="+mn-cs"/>
            </a:endParaRPr>
          </a:p>
        </p:txBody>
      </p:sp>
      <p:sp>
        <p:nvSpPr>
          <p:cNvPr id="18" name="Title 17">
            <a:extLst>
              <a:ext uri="{FF2B5EF4-FFF2-40B4-BE49-F238E27FC236}">
                <a16:creationId xmlns:a16="http://schemas.microsoft.com/office/drawing/2014/main" id="{00A31654-439B-4571-B7B1-2E29E58E752A}"/>
              </a:ext>
            </a:extLst>
          </p:cNvPr>
          <p:cNvSpPr>
            <a:spLocks noGrp="1"/>
          </p:cNvSpPr>
          <p:nvPr>
            <p:ph type="title"/>
          </p:nvPr>
        </p:nvSpPr>
        <p:spPr>
          <a:xfrm>
            <a:off x="461913" y="525056"/>
            <a:ext cx="11430000" cy="726439"/>
          </a:xfrm>
        </p:spPr>
        <p:txBody>
          <a:bodyPr/>
          <a:lstStyle/>
          <a:p>
            <a:r>
              <a:rPr lang="en-US" dirty="0"/>
              <a:t>Team details</a:t>
            </a:r>
            <a:endParaRPr lang="en-GB" dirty="0"/>
          </a:p>
        </p:txBody>
      </p:sp>
      <p:sp>
        <p:nvSpPr>
          <p:cNvPr id="10" name="Slide Number Placeholder 9">
            <a:extLst>
              <a:ext uri="{FF2B5EF4-FFF2-40B4-BE49-F238E27FC236}">
                <a16:creationId xmlns:a16="http://schemas.microsoft.com/office/drawing/2014/main" id="{4258B87F-AD17-4B30-9FAA-C5C07FCFFE87}"/>
              </a:ext>
            </a:extLst>
          </p:cNvPr>
          <p:cNvSpPr>
            <a:spLocks noGrp="1"/>
          </p:cNvSpPr>
          <p:nvPr>
            <p:ph type="sldNum" sz="quarter" idx="4294967295"/>
          </p:nvPr>
        </p:nvSpPr>
        <p:spPr>
          <a:xfrm>
            <a:off x="11506202" y="6519009"/>
            <a:ext cx="385711" cy="20637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800" b="0" i="0" u="none" strike="noStrike" kern="1200" cap="none" spc="0" normalizeH="0" baseline="0" noProof="0" smtClean="0">
                <a:ln>
                  <a:noFill/>
                </a:ln>
                <a:solidFill>
                  <a:srgbClr val="000000">
                    <a:alpha val="40000"/>
                  </a:srgbClr>
                </a:solid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dirty="0">
              <a:ln>
                <a:noFill/>
              </a:ln>
              <a:solidFill>
                <a:srgbClr val="000000">
                  <a:alpha val="40000"/>
                </a:srgbClr>
              </a:solidFill>
              <a:effectLst/>
              <a:uLnTx/>
              <a:uFillTx/>
              <a:latin typeface="Graphik"/>
              <a:ea typeface="+mn-ea"/>
              <a:cs typeface="+mn-cs"/>
            </a:endParaRPr>
          </a:p>
        </p:txBody>
      </p:sp>
      <p:sp>
        <p:nvSpPr>
          <p:cNvPr id="39" name="Text Placeholder 27">
            <a:extLst>
              <a:ext uri="{FF2B5EF4-FFF2-40B4-BE49-F238E27FC236}">
                <a16:creationId xmlns:a16="http://schemas.microsoft.com/office/drawing/2014/main" id="{1D437424-4E2F-45EB-945E-4A07F8154854}"/>
              </a:ext>
            </a:extLst>
          </p:cNvPr>
          <p:cNvSpPr txBox="1">
            <a:spLocks/>
          </p:cNvSpPr>
          <p:nvPr/>
        </p:nvSpPr>
        <p:spPr>
          <a:xfrm>
            <a:off x="2637616" y="2098914"/>
            <a:ext cx="3177007" cy="811161"/>
          </a:xfrm>
          <a:prstGeom prst="rect">
            <a:avLst/>
          </a:prstGeom>
        </p:spPr>
        <p:txBody>
          <a:bodyPr vert="horz" lIns="0" tIns="0" rIns="0" bIns="0" rtlCol="0" anchor="b">
            <a:normAutofit/>
          </a:bodyPr>
          <a:lstStyle>
            <a:lvl1pPr marL="0" indent="0" algn="l" defTabSz="914377" rtl="0" eaLnBrk="1" latinLnBrk="0" hangingPunct="1">
              <a:lnSpc>
                <a:spcPct val="90000"/>
              </a:lnSpc>
              <a:spcBef>
                <a:spcPts val="1200"/>
              </a:spcBef>
              <a:spcAft>
                <a:spcPts val="1200"/>
              </a:spcAft>
              <a:buFont typeface="Arial" panose="020B0604020202020204" pitchFamily="34" charset="0"/>
              <a:buNone/>
              <a:defRPr lang="en-US" sz="3600" b="1" kern="1200" cap="none" baseline="0" dirty="0" smtClean="0">
                <a:solidFill>
                  <a:srgbClr val="A100FF"/>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marL="0" marR="0" lvl="0" indent="0" algn="l" defTabSz="914377" rtl="0" eaLnBrk="1" fontAlgn="auto" latinLnBrk="0" hangingPunct="1">
              <a:lnSpc>
                <a:spcPct val="90000"/>
              </a:lnSpc>
              <a:spcBef>
                <a:spcPts val="1200"/>
              </a:spcBef>
              <a:spcAft>
                <a:spcPts val="1200"/>
              </a:spcAft>
              <a:buClrTx/>
              <a:buSzTx/>
              <a:buFont typeface="Arial" panose="020B0604020202020204" pitchFamily="34" charset="0"/>
              <a:buNone/>
              <a:tabLst/>
              <a:defRPr/>
            </a:pPr>
            <a:r>
              <a:rPr kumimoji="0" lang="en-GB" sz="2000" b="1" i="0" u="none" strike="noStrike" kern="1200" cap="none" spc="0" normalizeH="0" baseline="0" noProof="0" dirty="0">
                <a:ln>
                  <a:noFill/>
                </a:ln>
                <a:solidFill>
                  <a:srgbClr val="A100FF"/>
                </a:solidFill>
                <a:effectLst/>
                <a:uLnTx/>
                <a:uFillTx/>
                <a:latin typeface="Graphik"/>
                <a:ea typeface="+mn-ea"/>
                <a:cs typeface="+mn-cs"/>
              </a:rPr>
              <a:t>Sagar Sahu (Team Leader)</a:t>
            </a:r>
          </a:p>
        </p:txBody>
      </p:sp>
      <p:cxnSp>
        <p:nvCxnSpPr>
          <p:cNvPr id="6" name="Straight Connector 5">
            <a:extLst>
              <a:ext uri="{FF2B5EF4-FFF2-40B4-BE49-F238E27FC236}">
                <a16:creationId xmlns:a16="http://schemas.microsoft.com/office/drawing/2014/main" id="{503A2336-9DAB-4FE3-86E5-A5694B473965}"/>
              </a:ext>
            </a:extLst>
          </p:cNvPr>
          <p:cNvCxnSpPr>
            <a:cxnSpLocks/>
          </p:cNvCxnSpPr>
          <p:nvPr/>
        </p:nvCxnSpPr>
        <p:spPr>
          <a:xfrm>
            <a:off x="6096000" y="1521230"/>
            <a:ext cx="0" cy="4523725"/>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D2BAEA9-C010-474F-8C80-BD3D504C25C1}"/>
              </a:ext>
            </a:extLst>
          </p:cNvPr>
          <p:cNvCxnSpPr/>
          <p:nvPr/>
        </p:nvCxnSpPr>
        <p:spPr>
          <a:xfrm>
            <a:off x="2623232" y="3010298"/>
            <a:ext cx="1718008" cy="0"/>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1" name="Text Placeholder 27">
            <a:extLst>
              <a:ext uri="{FF2B5EF4-FFF2-40B4-BE49-F238E27FC236}">
                <a16:creationId xmlns:a16="http://schemas.microsoft.com/office/drawing/2014/main" id="{83134DD2-B1F2-44EA-BCAB-CB7F6D0B5057}"/>
              </a:ext>
            </a:extLst>
          </p:cNvPr>
          <p:cNvSpPr txBox="1">
            <a:spLocks/>
          </p:cNvSpPr>
          <p:nvPr/>
        </p:nvSpPr>
        <p:spPr>
          <a:xfrm>
            <a:off x="2751413" y="4203349"/>
            <a:ext cx="1474707" cy="811161"/>
          </a:xfrm>
          <a:prstGeom prst="rect">
            <a:avLst/>
          </a:prstGeom>
        </p:spPr>
        <p:txBody>
          <a:bodyPr vert="horz" lIns="0" tIns="0" rIns="0" bIns="0" rtlCol="0" anchor="b">
            <a:normAutofit/>
          </a:bodyPr>
          <a:lstStyle>
            <a:lvl1pPr marL="0" indent="0" algn="l" defTabSz="914377" rtl="0" eaLnBrk="1" latinLnBrk="0" hangingPunct="1">
              <a:lnSpc>
                <a:spcPct val="90000"/>
              </a:lnSpc>
              <a:spcBef>
                <a:spcPts val="1200"/>
              </a:spcBef>
              <a:spcAft>
                <a:spcPts val="1200"/>
              </a:spcAft>
              <a:buFont typeface="Arial" panose="020B0604020202020204" pitchFamily="34" charset="0"/>
              <a:buNone/>
              <a:defRPr lang="en-US" sz="3600" b="1" kern="1200" cap="none" baseline="0" dirty="0" smtClean="0">
                <a:solidFill>
                  <a:srgbClr val="A100FF"/>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marL="0" marR="0" lvl="0" indent="0" algn="l" defTabSz="914377" rtl="0" eaLnBrk="1" fontAlgn="auto" latinLnBrk="0" hangingPunct="1">
              <a:lnSpc>
                <a:spcPct val="90000"/>
              </a:lnSpc>
              <a:spcBef>
                <a:spcPts val="1200"/>
              </a:spcBef>
              <a:spcAft>
                <a:spcPts val="1200"/>
              </a:spcAft>
              <a:buClrTx/>
              <a:buSzTx/>
              <a:buFont typeface="Arial" panose="020B0604020202020204" pitchFamily="34" charset="0"/>
              <a:buNone/>
              <a:tabLst/>
              <a:defRPr/>
            </a:pPr>
            <a:endParaRPr kumimoji="0" lang="en-GB" sz="3600" b="1" i="0" u="none" strike="noStrike" kern="1200" cap="none" spc="0" normalizeH="0" baseline="0" noProof="0" dirty="0">
              <a:ln>
                <a:noFill/>
              </a:ln>
              <a:solidFill>
                <a:srgbClr val="A100FF"/>
              </a:solidFill>
              <a:effectLst/>
              <a:uLnTx/>
              <a:uFillTx/>
              <a:latin typeface="Graphik"/>
              <a:ea typeface="+mn-ea"/>
              <a:cs typeface="+mn-cs"/>
            </a:endParaRPr>
          </a:p>
        </p:txBody>
      </p:sp>
      <p:sp>
        <p:nvSpPr>
          <p:cNvPr id="67" name="Text Placeholder 27">
            <a:extLst>
              <a:ext uri="{FF2B5EF4-FFF2-40B4-BE49-F238E27FC236}">
                <a16:creationId xmlns:a16="http://schemas.microsoft.com/office/drawing/2014/main" id="{AB89B70E-DDF2-41D3-9411-6AA78204B1DA}"/>
              </a:ext>
            </a:extLst>
          </p:cNvPr>
          <p:cNvSpPr txBox="1">
            <a:spLocks/>
          </p:cNvSpPr>
          <p:nvPr/>
        </p:nvSpPr>
        <p:spPr>
          <a:xfrm>
            <a:off x="9165643" y="2098914"/>
            <a:ext cx="2049915" cy="811161"/>
          </a:xfrm>
          <a:prstGeom prst="rect">
            <a:avLst/>
          </a:prstGeom>
        </p:spPr>
        <p:txBody>
          <a:bodyPr vert="horz" lIns="0" tIns="0" rIns="0" bIns="0" rtlCol="0" anchor="b">
            <a:normAutofit/>
          </a:bodyPr>
          <a:lstStyle>
            <a:lvl1pPr marL="0" indent="0" algn="l" defTabSz="914377" rtl="0" eaLnBrk="1" latinLnBrk="0" hangingPunct="1">
              <a:lnSpc>
                <a:spcPct val="90000"/>
              </a:lnSpc>
              <a:spcBef>
                <a:spcPts val="1200"/>
              </a:spcBef>
              <a:spcAft>
                <a:spcPts val="1200"/>
              </a:spcAft>
              <a:buFont typeface="Arial" panose="020B0604020202020204" pitchFamily="34" charset="0"/>
              <a:buNone/>
              <a:defRPr lang="en-US" sz="3600" b="1" kern="1200" cap="none" baseline="0" dirty="0" smtClean="0">
                <a:solidFill>
                  <a:srgbClr val="A100FF"/>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marL="0" marR="0" lvl="0" indent="0" algn="l" defTabSz="914377" rtl="0" eaLnBrk="1" fontAlgn="auto" latinLnBrk="0" hangingPunct="1">
              <a:lnSpc>
                <a:spcPct val="90000"/>
              </a:lnSpc>
              <a:spcBef>
                <a:spcPts val="1200"/>
              </a:spcBef>
              <a:spcAft>
                <a:spcPts val="1200"/>
              </a:spcAft>
              <a:buClrTx/>
              <a:buSzTx/>
              <a:buFont typeface="Arial" panose="020B0604020202020204" pitchFamily="34" charset="0"/>
              <a:buNone/>
              <a:tabLst/>
              <a:defRPr/>
            </a:pPr>
            <a:r>
              <a:rPr kumimoji="0" lang="en-GB" sz="2000" b="1" i="0" u="none" strike="noStrike" kern="1200" cap="none" spc="0" normalizeH="0" baseline="0" noProof="0" dirty="0">
                <a:ln>
                  <a:noFill/>
                </a:ln>
                <a:solidFill>
                  <a:srgbClr val="A100FF"/>
                </a:solidFill>
                <a:effectLst/>
                <a:uLnTx/>
                <a:uFillTx/>
                <a:latin typeface="Graphik"/>
                <a:ea typeface="+mn-ea"/>
                <a:cs typeface="+mn-cs"/>
              </a:rPr>
              <a:t>Priyansh Goyal</a:t>
            </a:r>
          </a:p>
        </p:txBody>
      </p:sp>
      <p:cxnSp>
        <p:nvCxnSpPr>
          <p:cNvPr id="29" name="Straight Connector 28">
            <a:extLst>
              <a:ext uri="{FF2B5EF4-FFF2-40B4-BE49-F238E27FC236}">
                <a16:creationId xmlns:a16="http://schemas.microsoft.com/office/drawing/2014/main" id="{B388F804-0525-4F8E-A5CE-A9E521C1E260}"/>
              </a:ext>
            </a:extLst>
          </p:cNvPr>
          <p:cNvCxnSpPr/>
          <p:nvPr/>
        </p:nvCxnSpPr>
        <p:spPr>
          <a:xfrm>
            <a:off x="9151259" y="3010298"/>
            <a:ext cx="1718008" cy="0"/>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graphicFrame>
        <p:nvGraphicFramePr>
          <p:cNvPr id="31" name="Table 2">
            <a:extLst>
              <a:ext uri="{FF2B5EF4-FFF2-40B4-BE49-F238E27FC236}">
                <a16:creationId xmlns:a16="http://schemas.microsoft.com/office/drawing/2014/main" id="{A29DB088-2EF4-4C53-A6E2-75C9C7F34CAC}"/>
              </a:ext>
            </a:extLst>
          </p:cNvPr>
          <p:cNvGraphicFramePr>
            <a:graphicFrameLocks noGrp="1"/>
          </p:cNvGraphicFramePr>
          <p:nvPr>
            <p:extLst>
              <p:ext uri="{D42A27DB-BD31-4B8C-83A1-F6EECF244321}">
                <p14:modId xmlns:p14="http://schemas.microsoft.com/office/powerpoint/2010/main" val="2489429299"/>
              </p:ext>
            </p:extLst>
          </p:nvPr>
        </p:nvGraphicFramePr>
        <p:xfrm>
          <a:off x="461913" y="1173024"/>
          <a:ext cx="11617737" cy="378454"/>
        </p:xfrm>
        <a:graphic>
          <a:graphicData uri="http://schemas.openxmlformats.org/drawingml/2006/table">
            <a:tbl>
              <a:tblPr firstRow="1" bandRow="1">
                <a:tableStyleId>{D7AC3CCA-C797-4891-BE02-D94E43425B78}</a:tableStyleId>
              </a:tblPr>
              <a:tblGrid>
                <a:gridCol w="4382355">
                  <a:extLst>
                    <a:ext uri="{9D8B030D-6E8A-4147-A177-3AD203B41FA5}">
                      <a16:colId xmlns:a16="http://schemas.microsoft.com/office/drawing/2014/main" val="129918070"/>
                    </a:ext>
                  </a:extLst>
                </a:gridCol>
                <a:gridCol w="7235382">
                  <a:extLst>
                    <a:ext uri="{9D8B030D-6E8A-4147-A177-3AD203B41FA5}">
                      <a16:colId xmlns:a16="http://schemas.microsoft.com/office/drawing/2014/main" val="1188269312"/>
                    </a:ext>
                  </a:extLst>
                </a:gridCol>
              </a:tblGrid>
              <a:tr h="378454">
                <a:tc>
                  <a:txBody>
                    <a:bodyPr/>
                    <a:lstStyle/>
                    <a:p>
                      <a:r>
                        <a:rPr lang="en-US" sz="1400" dirty="0">
                          <a:solidFill>
                            <a:srgbClr val="A100FF"/>
                          </a:solidFill>
                        </a:rPr>
                        <a:t>TEAM NAME: </a:t>
                      </a:r>
                      <a:r>
                        <a:rPr lang="en-US" sz="1400" dirty="0" err="1">
                          <a:solidFill>
                            <a:srgbClr val="A100FF"/>
                          </a:solidFill>
                        </a:rPr>
                        <a:t>HipHipHooray</a:t>
                      </a:r>
                      <a:endParaRPr lang="en-US" sz="1400" dirty="0">
                        <a:solidFill>
                          <a:srgbClr val="A100FF"/>
                        </a:solidFill>
                      </a:endParaRPr>
                    </a:p>
                  </a:txBody>
                  <a:tcPr>
                    <a:lnL w="6350" cap="flat" cmpd="sng" algn="ctr">
                      <a:solidFill>
                        <a:schemeClr val="accent2">
                          <a:lumMod val="20000"/>
                          <a:lumOff val="80000"/>
                        </a:schemeClr>
                      </a:solidFill>
                      <a:prstDash val="solid"/>
                      <a:round/>
                      <a:headEnd type="none" w="med" len="med"/>
                      <a:tailEnd type="none" w="med" len="med"/>
                    </a:lnL>
                    <a:lnR w="6350" cap="flat" cmpd="sng" algn="ctr">
                      <a:solidFill>
                        <a:schemeClr val="accent1">
                          <a:lumMod val="20000"/>
                          <a:lumOff val="80000"/>
                        </a:schemeClr>
                      </a:solidFill>
                      <a:prstDash val="solid"/>
                      <a:round/>
                      <a:headEnd type="none" w="med" len="med"/>
                      <a:tailEnd type="none" w="med" len="med"/>
                    </a:lnR>
                    <a:lnT w="6350" cap="flat" cmpd="sng" algn="ctr">
                      <a:solidFill>
                        <a:schemeClr val="accent2">
                          <a:lumMod val="20000"/>
                          <a:lumOff val="80000"/>
                        </a:schemeClr>
                      </a:solidFill>
                      <a:prstDash val="solid"/>
                      <a:round/>
                      <a:headEnd type="none" w="med" len="med"/>
                      <a:tailEnd type="none" w="med" len="med"/>
                    </a:lnT>
                    <a:lnB w="6350" cap="flat" cmpd="sng" algn="ctr">
                      <a:solidFill>
                        <a:schemeClr val="accent1">
                          <a:lumMod val="20000"/>
                          <a:lumOff val="80000"/>
                        </a:schemeClr>
                      </a:solidFill>
                      <a:prstDash val="solid"/>
                      <a:round/>
                      <a:headEnd type="none" w="med" len="med"/>
                      <a:tailEnd type="none" w="med" len="med"/>
                    </a:lnB>
                    <a:solidFill>
                      <a:schemeClr val="bg2">
                        <a:lumMod val="20000"/>
                        <a:lumOff val="8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000" b="1" dirty="0">
                        <a:solidFill>
                          <a:srgbClr val="A100FF"/>
                        </a:solidFill>
                      </a:endParaRPr>
                    </a:p>
                  </a:txBody>
                  <a:tcPr>
                    <a:lnL w="6350" cap="flat" cmpd="sng" algn="ctr">
                      <a:solidFill>
                        <a:schemeClr val="accent1">
                          <a:lumMod val="20000"/>
                          <a:lumOff val="80000"/>
                        </a:schemeClr>
                      </a:solidFill>
                      <a:prstDash val="solid"/>
                      <a:round/>
                      <a:headEnd type="none" w="med" len="med"/>
                      <a:tailEnd type="none" w="med" len="med"/>
                    </a:lnL>
                    <a:lnR w="6350" cap="flat" cmpd="sng" algn="ctr">
                      <a:solidFill>
                        <a:schemeClr val="accent2">
                          <a:lumMod val="20000"/>
                          <a:lumOff val="80000"/>
                        </a:schemeClr>
                      </a:solidFill>
                      <a:prstDash val="solid"/>
                      <a:round/>
                      <a:headEnd type="none" w="med" len="med"/>
                      <a:tailEnd type="none" w="med" len="med"/>
                    </a:lnR>
                    <a:lnT w="6350" cap="flat" cmpd="sng" algn="ctr">
                      <a:solidFill>
                        <a:schemeClr val="accent2">
                          <a:lumMod val="20000"/>
                          <a:lumOff val="8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2234512452"/>
                  </a:ext>
                </a:extLst>
              </a:tr>
            </a:tbl>
          </a:graphicData>
        </a:graphic>
      </p:graphicFrame>
      <p:sp>
        <p:nvSpPr>
          <p:cNvPr id="26" name="TextBox 25">
            <a:extLst>
              <a:ext uri="{FF2B5EF4-FFF2-40B4-BE49-F238E27FC236}">
                <a16:creationId xmlns:a16="http://schemas.microsoft.com/office/drawing/2014/main" id="{F2218D32-4F17-4A5E-9BE4-29837BF54E70}"/>
              </a:ext>
            </a:extLst>
          </p:cNvPr>
          <p:cNvSpPr txBox="1"/>
          <p:nvPr/>
        </p:nvSpPr>
        <p:spPr>
          <a:xfrm>
            <a:off x="2623231" y="3141433"/>
            <a:ext cx="3085699" cy="553998"/>
          </a:xfrm>
          <a:prstGeom prst="rect">
            <a:avLst/>
          </a:prstGeom>
          <a:noFill/>
        </p:spPr>
        <p:txBody>
          <a:bodyPr wrap="square">
            <a:spAutoFit/>
          </a:bodyPr>
          <a:lstStyle/>
          <a:p>
            <a:pPr lvl="0">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College:</a:t>
            </a:r>
            <a:r>
              <a:rPr lang="en-US" sz="1000" dirty="0">
                <a:solidFill>
                  <a:srgbClr val="000000"/>
                </a:solidFill>
              </a:rPr>
              <a:t> IIT Kharagpur</a:t>
            </a:r>
            <a:endParaRPr kumimoji="0" lang="en-US" sz="1000" b="0" i="0" u="none" strike="noStrike" kern="1200" cap="none" spc="0" normalizeH="0" baseline="0" noProof="0" dirty="0">
              <a:ln>
                <a:noFill/>
              </a:ln>
              <a:solidFill>
                <a:srgbClr val="000000"/>
              </a:solidFill>
              <a:effectLst/>
              <a:uLnTx/>
              <a:uFillTx/>
              <a:latin typeface="Graphik"/>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Stream: Ocean Engineering and Naval Architecture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Year of graduation: 2027</a:t>
            </a:r>
          </a:p>
        </p:txBody>
      </p:sp>
      <p:sp>
        <p:nvSpPr>
          <p:cNvPr id="20" name="TextBox 19">
            <a:extLst>
              <a:ext uri="{FF2B5EF4-FFF2-40B4-BE49-F238E27FC236}">
                <a16:creationId xmlns:a16="http://schemas.microsoft.com/office/drawing/2014/main" id="{10AF310E-EC91-4906-9FCC-95C833C3D011}"/>
              </a:ext>
            </a:extLst>
          </p:cNvPr>
          <p:cNvSpPr txBox="1"/>
          <p:nvPr/>
        </p:nvSpPr>
        <p:spPr>
          <a:xfrm>
            <a:off x="9122721" y="3141433"/>
            <a:ext cx="2762684"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College: IIT Kharagpur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Stream: Electronics and Communication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Year of graduation: 2027</a:t>
            </a:r>
          </a:p>
        </p:txBody>
      </p:sp>
      <p:pic>
        <p:nvPicPr>
          <p:cNvPr id="5" name="Picture 4">
            <a:extLst>
              <a:ext uri="{FF2B5EF4-FFF2-40B4-BE49-F238E27FC236}">
                <a16:creationId xmlns:a16="http://schemas.microsoft.com/office/drawing/2014/main" id="{4F146E32-9EDE-28DC-1762-A7829BC32CEB}"/>
              </a:ext>
            </a:extLst>
          </p:cNvPr>
          <p:cNvPicPr>
            <a:picLocks noChangeAspect="1"/>
          </p:cNvPicPr>
          <p:nvPr/>
        </p:nvPicPr>
        <p:blipFill>
          <a:blip r:embed="rId2">
            <a:extLst>
              <a:ext uri="{28A0092B-C50C-407E-A947-70E740481C1C}">
                <a14:useLocalDpi xmlns:a14="http://schemas.microsoft.com/office/drawing/2010/main" val="0"/>
              </a:ext>
            </a:extLst>
          </a:blip>
          <a:srcRect l="-571" t="9073" r="571" b="-9073"/>
          <a:stretch>
            <a:fillRect/>
          </a:stretch>
        </p:blipFill>
        <p:spPr>
          <a:xfrm>
            <a:off x="636349" y="2129170"/>
            <a:ext cx="1395067" cy="1918211"/>
          </a:xfrm>
          <a:prstGeom prst="rect">
            <a:avLst/>
          </a:prstGeom>
        </p:spPr>
      </p:pic>
      <p:pic>
        <p:nvPicPr>
          <p:cNvPr id="9" name="Picture 8">
            <a:extLst>
              <a:ext uri="{FF2B5EF4-FFF2-40B4-BE49-F238E27FC236}">
                <a16:creationId xmlns:a16="http://schemas.microsoft.com/office/drawing/2014/main" id="{36688FD9-1F9A-8065-B704-B528AC0C07FD}"/>
              </a:ext>
            </a:extLst>
          </p:cNvPr>
          <p:cNvPicPr>
            <a:picLocks noChangeAspect="1"/>
          </p:cNvPicPr>
          <p:nvPr/>
        </p:nvPicPr>
        <p:blipFill>
          <a:blip r:embed="rId3">
            <a:extLst>
              <a:ext uri="{28A0092B-C50C-407E-A947-70E740481C1C}">
                <a14:useLocalDpi xmlns:a14="http://schemas.microsoft.com/office/drawing/2010/main" val="0"/>
              </a:ext>
            </a:extLst>
          </a:blip>
          <a:srcRect t="-8671" b="8671"/>
          <a:stretch>
            <a:fillRect/>
          </a:stretch>
        </p:blipFill>
        <p:spPr>
          <a:xfrm>
            <a:off x="7345511" y="2096910"/>
            <a:ext cx="1355243" cy="1807495"/>
          </a:xfrm>
          <a:prstGeom prst="rect">
            <a:avLst/>
          </a:prstGeom>
        </p:spPr>
      </p:pic>
      <p:sp>
        <p:nvSpPr>
          <p:cNvPr id="68" name="TextBox 67"/>
          <p:cNvSpPr txBox="1"/>
          <p:nvPr/>
        </p:nvSpPr>
        <p:spPr>
          <a:xfrm>
            <a:off x="566928" y="6053328"/>
            <a:ext cx="11064240" cy="365760"/>
          </a:xfrm>
          <a:prstGeom prst="rect">
            <a:avLst/>
          </a:prstGeom>
          <a:noFill/>
        </p:spPr>
        <p:txBody>
          <a:bodyPr wrap="square" lIns="45720" rIns="45720" tIns="0" bIns="0" anchor="t">
            <a:spAutoFit/>
          </a:bodyPr>
          <a:lstStyle/>
          <a:p>
            <a:r>
              <a:rPr sz="1200" b="1" i="0">
                <a:solidFill>
                  <a:srgbClr val="7400C0"/>
                </a:solidFill>
                <a:latin typeface="Arial"/>
              </a:rPr>
              <a:t>DigitalTwin.ai   ·   see the constraint  ·  predict the defect  ·  estimate the unseen</a:t>
            </a:r>
          </a:p>
        </p:txBody>
      </p:sp>
    </p:spTree>
    <p:extLst>
      <p:ext uri="{BB962C8B-B14F-4D97-AF65-F5344CB8AC3E}">
        <p14:creationId xmlns:p14="http://schemas.microsoft.com/office/powerpoint/2010/main" val="2959471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61458" y="386331"/>
            <a:ext cx="11282796" cy="470919"/>
          </a:xfrm>
          <a:solidFill>
            <a:srgbClr val="A100FF"/>
          </a:solidFill>
        </p:spPr>
        <p:txBody>
          <a:bodyPr>
            <a:normAutofit/>
          </a:bodyPr>
          <a:lstStyle/>
          <a:p>
            <a:r>
              <a:rPr lang="en-IN" sz="2000" b="1" dirty="0">
                <a:solidFill>
                  <a:schemeClr val="bg1"/>
                </a:solidFill>
                <a:latin typeface="Graphik" panose="020B0503030202060203" pitchFamily="34" charset="0"/>
                <a:cs typeface="Arial" panose="020B0604020202020204" pitchFamily="34" charset="0"/>
              </a:rPr>
              <a:t>The Problem Statement</a:t>
            </a:r>
            <a:endParaRPr lang="en-IN" sz="2000" dirty="0">
              <a:solidFill>
                <a:schemeClr val="bg1"/>
              </a:solidFill>
              <a:latin typeface="Graphik" panose="020B0503030202060203" pitchFamily="34" charset="0"/>
              <a:cs typeface="Arial" panose="020B0604020202020204" pitchFamily="34" charset="0"/>
            </a:endParaRPr>
          </a:p>
        </p:txBody>
      </p:sp>
      <p:sp>
        <p:nvSpPr>
          <p:cNvPr id="5" name="TextBox 4"/>
          <p:cNvSpPr txBox="1"/>
          <p:nvPr/>
        </p:nvSpPr>
        <p:spPr>
          <a:xfrm>
            <a:off x="365760" y="914400"/>
            <a:ext cx="11283696" cy="420624"/>
          </a:xfrm>
          <a:prstGeom prst="rect">
            <a:avLst/>
          </a:prstGeom>
          <a:noFill/>
        </p:spPr>
        <p:txBody>
          <a:bodyPr wrap="square" lIns="45720" tIns="0" rIns="45720" bIns="0" anchor="t">
            <a:spAutoFit/>
          </a:bodyPr>
          <a:lstStyle/>
          <a:p>
            <a:pPr algn="l">
              <a:lnSpc>
                <a:spcPct val="95000"/>
              </a:lnSpc>
              <a:spcBef>
                <a:spcPts val="0"/>
              </a:spcBef>
              <a:spcAft>
                <a:spcPts val="0"/>
              </a:spcAft>
            </a:pPr>
            <a:r>
              <a:rPr sz="1550" b="1" i="0">
                <a:solidFill>
                  <a:srgbClr val="7400C0"/>
                </a:solidFill>
                <a:latin typeface="Arial"/>
              </a:rPr>
              <a:t>A modern line is instrumented for utilisation. Utilisation does not tell you what is costing you cars.</a:t>
            </a:r>
          </a:p>
        </p:txBody>
      </p:sp>
      <p:sp>
        <p:nvSpPr>
          <p:cNvPr id="6" name="Rounded Rectangle 5"/>
          <p:cNvSpPr/>
          <p:nvPr/>
        </p:nvSpPr>
        <p:spPr>
          <a:xfrm>
            <a:off x="365760" y="1463040"/>
            <a:ext cx="6675120" cy="1417320"/>
          </a:xfrm>
          <a:prstGeom prst="roundRect">
            <a:avLst>
              <a:gd name="adj" fmla="val 6000"/>
            </a:avLst>
          </a:prstGeom>
          <a:solidFill>
            <a:srgbClr val="E6D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66928" y="1682496"/>
            <a:ext cx="292608" cy="292608"/>
          </a:xfrm>
          <a:prstGeom prst="ellipse">
            <a:avLst/>
          </a:prstGeom>
          <a:solidFill>
            <a:srgbClr val="740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0"/>
              </a:spcAft>
            </a:pPr>
            <a:r>
              <a:rPr sz="1300" b="1" i="0">
                <a:solidFill>
                  <a:srgbClr val="FFFFFF"/>
                </a:solidFill>
                <a:latin typeface="Arial"/>
              </a:rPr>
              <a:t>1</a:t>
            </a:r>
          </a:p>
        </p:txBody>
      </p:sp>
      <p:sp>
        <p:nvSpPr>
          <p:cNvPr id="8" name="TextBox 7"/>
          <p:cNvSpPr txBox="1"/>
          <p:nvPr/>
        </p:nvSpPr>
        <p:spPr>
          <a:xfrm>
            <a:off x="969264" y="1554480"/>
            <a:ext cx="5833872" cy="1234440"/>
          </a:xfrm>
          <a:prstGeom prst="rect">
            <a:avLst/>
          </a:prstGeom>
          <a:noFill/>
        </p:spPr>
        <p:txBody>
          <a:bodyPr wrap="square" lIns="45720" tIns="0" rIns="45720" bIns="0" anchor="ctr">
            <a:spAutoFit/>
          </a:bodyPr>
          <a:lstStyle/>
          <a:p>
            <a:pPr algn="l">
              <a:spcBef>
                <a:spcPts val="0"/>
              </a:spcBef>
              <a:spcAft>
                <a:spcPts val="300"/>
              </a:spcAft>
            </a:pPr>
            <a:r>
              <a:rPr sz="1350" b="1" i="0">
                <a:solidFill>
                  <a:srgbClr val="450073"/>
                </a:solidFill>
                <a:latin typeface="Arial"/>
              </a:rPr>
              <a:t>A bottleneck ripples downstream — and never stays put</a:t>
            </a:r>
          </a:p>
          <a:p>
            <a:pPr>
              <a:lnSpc>
                <a:spcPct val="94000"/>
              </a:lnSpc>
            </a:pPr>
            <a:r>
              <a:rPr sz="1050" b="0" i="0">
                <a:solidFill>
                  <a:srgbClr val="1A1A1A"/>
                </a:solidFill>
                <a:latin typeface="Arial"/>
              </a:rPr>
              <a:t>We jammed one station, let cars pile up, repaired it, then ran it at twice every other station's speed. Output: 106 cars either way — the queue just moved downstream. The constraint also moves on its own: about six times per shift, up to 25, with no fault injected at all. An hour saved at a non-bottleneck is a mirage (Goldratt, 1984).</a:t>
            </a:r>
          </a:p>
        </p:txBody>
      </p:sp>
      <p:sp>
        <p:nvSpPr>
          <p:cNvPr id="9" name="Rounded Rectangle 8"/>
          <p:cNvSpPr/>
          <p:nvPr/>
        </p:nvSpPr>
        <p:spPr>
          <a:xfrm>
            <a:off x="365760" y="3154680"/>
            <a:ext cx="6675120" cy="1417320"/>
          </a:xfrm>
          <a:prstGeom prst="roundRect">
            <a:avLst>
              <a:gd name="adj" fmla="val 6000"/>
            </a:avLst>
          </a:prstGeom>
          <a:solidFill>
            <a:srgbClr val="E6D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566928" y="3374136"/>
            <a:ext cx="292608" cy="292608"/>
          </a:xfrm>
          <a:prstGeom prst="ellipse">
            <a:avLst/>
          </a:prstGeom>
          <a:solidFill>
            <a:srgbClr val="740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0"/>
              </a:spcAft>
            </a:pPr>
            <a:r>
              <a:rPr sz="1300" b="1" i="0">
                <a:solidFill>
                  <a:srgbClr val="FFFFFF"/>
                </a:solidFill>
                <a:latin typeface="Arial"/>
              </a:rPr>
              <a:t>2</a:t>
            </a:r>
          </a:p>
        </p:txBody>
      </p:sp>
      <p:sp>
        <p:nvSpPr>
          <p:cNvPr id="11" name="TextBox 10"/>
          <p:cNvSpPr txBox="1"/>
          <p:nvPr/>
        </p:nvSpPr>
        <p:spPr>
          <a:xfrm>
            <a:off x="969264" y="3246120"/>
            <a:ext cx="5833872" cy="1234440"/>
          </a:xfrm>
          <a:prstGeom prst="rect">
            <a:avLst/>
          </a:prstGeom>
          <a:noFill/>
        </p:spPr>
        <p:txBody>
          <a:bodyPr wrap="square" lIns="45720" tIns="0" rIns="45720" bIns="0" anchor="ctr">
            <a:spAutoFit/>
          </a:bodyPr>
          <a:lstStyle/>
          <a:p>
            <a:pPr algn="l">
              <a:spcBef>
                <a:spcPts val="0"/>
              </a:spcBef>
              <a:spcAft>
                <a:spcPts val="300"/>
              </a:spcAft>
            </a:pPr>
            <a:r>
              <a:rPr sz="1350" b="1" i="0">
                <a:solidFill>
                  <a:srgbClr val="450073"/>
                </a:solidFill>
                <a:latin typeface="Arial"/>
              </a:rPr>
              <a:t>An early defect can go uncaught for dozens of vehicles</a:t>
            </a:r>
          </a:p>
          <a:p>
            <a:pPr algn="l">
              <a:lnSpc>
                <a:spcPct val="94000"/>
              </a:lnSpc>
              <a:spcBef>
                <a:spcPts val="0"/>
              </a:spcBef>
              <a:spcAft>
                <a:spcPts val="0"/>
              </a:spcAft>
            </a:pPr>
            <a:r>
              <a:rPr sz="1050" b="0" i="0">
                <a:solidFill>
                  <a:srgbClr val="1A1A1A"/>
                </a:solidFill>
                <a:latin typeface="Arial"/>
              </a:rPr>
              <a:t>A tool can drift out of calibration long before anyone notices — the part looks fine, the station reports no fault. Under sensor drift, 11,631 of 11,826 defective joints in our data passed as OK, because the reading the controller trusts was the thing that had failed.</a:t>
            </a:r>
          </a:p>
        </p:txBody>
      </p:sp>
      <p:sp>
        <p:nvSpPr>
          <p:cNvPr id="12" name="Rounded Rectangle 11"/>
          <p:cNvSpPr/>
          <p:nvPr/>
        </p:nvSpPr>
        <p:spPr>
          <a:xfrm>
            <a:off x="365760" y="4846320"/>
            <a:ext cx="6675120" cy="1417320"/>
          </a:xfrm>
          <a:prstGeom prst="roundRect">
            <a:avLst>
              <a:gd name="adj" fmla="val 6000"/>
            </a:avLst>
          </a:prstGeom>
          <a:solidFill>
            <a:srgbClr val="E6D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66928" y="5065776"/>
            <a:ext cx="292608" cy="292608"/>
          </a:xfrm>
          <a:prstGeom prst="ellipse">
            <a:avLst/>
          </a:prstGeom>
          <a:solidFill>
            <a:srgbClr val="740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0"/>
              </a:spcAft>
            </a:pPr>
            <a:r>
              <a:rPr sz="1300" b="1" i="0">
                <a:solidFill>
                  <a:srgbClr val="FFFFFF"/>
                </a:solidFill>
                <a:latin typeface="Arial"/>
              </a:rPr>
              <a:t>3</a:t>
            </a:r>
          </a:p>
        </p:txBody>
      </p:sp>
      <p:sp>
        <p:nvSpPr>
          <p:cNvPr id="14" name="TextBox 13"/>
          <p:cNvSpPr txBox="1"/>
          <p:nvPr/>
        </p:nvSpPr>
        <p:spPr>
          <a:xfrm>
            <a:off x="969264" y="4937759"/>
            <a:ext cx="5833872" cy="1234440"/>
          </a:xfrm>
          <a:prstGeom prst="rect">
            <a:avLst/>
          </a:prstGeom>
          <a:noFill/>
        </p:spPr>
        <p:txBody>
          <a:bodyPr wrap="square" lIns="45720" tIns="0" rIns="45720" bIns="0" anchor="ctr">
            <a:spAutoFit/>
          </a:bodyPr>
          <a:lstStyle/>
          <a:p>
            <a:pPr algn="l">
              <a:spcBef>
                <a:spcPts val="0"/>
              </a:spcBef>
              <a:spcAft>
                <a:spcPts val="300"/>
              </a:spcAft>
            </a:pPr>
            <a:r>
              <a:rPr sz="1350" b="1" i="0">
                <a:solidFill>
                  <a:srgbClr val="450073"/>
                </a:solidFill>
                <a:latin typeface="Arial"/>
              </a:rPr>
              <a:t>Many real stations have little or no sensor data</a:t>
            </a:r>
          </a:p>
          <a:p>
            <a:pPr algn="l">
              <a:lnSpc>
                <a:spcPct val="94000"/>
              </a:lnSpc>
              <a:spcBef>
                <a:spcPts val="0"/>
              </a:spcBef>
              <a:spcAft>
                <a:spcPts val="0"/>
              </a:spcAft>
            </a:pPr>
            <a:r>
              <a:rPr sz="1050" b="0" i="0">
                <a:solidFill>
                  <a:srgbClr val="1A1A1A"/>
                </a:solidFill>
                <a:latin typeface="Arial"/>
              </a:rPr>
              <a:t>Manual stations and legacy equipment routinely expose no usable signal. Guessing is dangerous: bracketing a silent station between its neighbours' timestamps alone overstates its true work time by 53% — 88.8 s measured against 58.0 s true — because it also counts the waiting its neighbours caused.</a:t>
            </a:r>
          </a:p>
        </p:txBody>
      </p:sp>
      <p:sp>
        <p:nvSpPr>
          <p:cNvPr id="15" name="Rounded Rectangle 14"/>
          <p:cNvSpPr/>
          <p:nvPr/>
        </p:nvSpPr>
        <p:spPr>
          <a:xfrm>
            <a:off x="7315200" y="1463040"/>
            <a:ext cx="4507992" cy="1417320"/>
          </a:xfrm>
          <a:prstGeom prst="roundRect">
            <a:avLst>
              <a:gd name="adj" fmla="val 6000"/>
            </a:avLst>
          </a:prstGeom>
          <a:solidFill>
            <a:srgbClr val="E6D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589520" y="1463040"/>
            <a:ext cx="3959352" cy="1417320"/>
          </a:xfrm>
          <a:prstGeom prst="rect">
            <a:avLst/>
          </a:prstGeom>
          <a:noFill/>
        </p:spPr>
        <p:txBody>
          <a:bodyPr wrap="square" lIns="45720" tIns="0" rIns="45720" bIns="0" anchor="ctr">
            <a:spAutoFit/>
          </a:bodyPr>
          <a:lstStyle/>
          <a:p>
            <a:pPr algn="l">
              <a:spcBef>
                <a:spcPts val="0"/>
              </a:spcBef>
              <a:spcAft>
                <a:spcPts val="300"/>
              </a:spcAft>
            </a:pPr>
            <a:r>
              <a:rPr sz="3000" b="1" i="0">
                <a:solidFill>
                  <a:srgbClr val="7400C0"/>
                </a:solidFill>
                <a:latin typeface="Arial"/>
              </a:rPr>
              <a:t>106 = 106</a:t>
            </a:r>
          </a:p>
          <a:p>
            <a:pPr>
              <a:lnSpc>
                <a:spcPct val="94000"/>
              </a:lnSpc>
              <a:spcAft>
                <a:spcPts val="300"/>
              </a:spcAft>
            </a:pPr>
            <a:r>
              <a:rPr sz="1150" b="1" i="0">
                <a:solidFill>
                  <a:srgbClr val="450073"/>
                </a:solidFill>
                <a:latin typeface="Arial"/>
              </a:rPr>
              <a:t>cars out — repaired, or twice as fast</a:t>
            </a:r>
          </a:p>
          <a:p>
            <a:pPr>
              <a:lnSpc>
                <a:spcPct val="92000"/>
              </a:lnSpc>
            </a:pPr>
            <a:r>
              <a:rPr sz="900" b="0" i="0">
                <a:solidFill>
                  <a:srgbClr val="5E5E5E"/>
                </a:solidFill>
                <a:latin typeface="Arial"/>
              </a:rPr>
              <a:t>speeding up a non-constraint bought nothing</a:t>
            </a:r>
          </a:p>
        </p:txBody>
      </p:sp>
      <p:sp>
        <p:nvSpPr>
          <p:cNvPr id="17" name="Rounded Rectangle 16"/>
          <p:cNvSpPr/>
          <p:nvPr/>
        </p:nvSpPr>
        <p:spPr>
          <a:xfrm>
            <a:off x="7315200" y="3154680"/>
            <a:ext cx="4507992" cy="1417320"/>
          </a:xfrm>
          <a:prstGeom prst="roundRect">
            <a:avLst>
              <a:gd name="adj" fmla="val 6000"/>
            </a:avLst>
          </a:prstGeom>
          <a:solidFill>
            <a:srgbClr val="E6D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89520" y="3154680"/>
            <a:ext cx="3959352" cy="1417320"/>
          </a:xfrm>
          <a:prstGeom prst="rect">
            <a:avLst/>
          </a:prstGeom>
          <a:noFill/>
        </p:spPr>
        <p:txBody>
          <a:bodyPr wrap="square" lIns="45720" tIns="0" rIns="45720" bIns="0" anchor="ctr">
            <a:spAutoFit/>
          </a:bodyPr>
          <a:lstStyle/>
          <a:p>
            <a:pPr algn="l">
              <a:spcBef>
                <a:spcPts val="0"/>
              </a:spcBef>
              <a:spcAft>
                <a:spcPts val="300"/>
              </a:spcAft>
            </a:pPr>
            <a:r>
              <a:rPr sz="3000" b="1" i="0">
                <a:solidFill>
                  <a:srgbClr val="7400C0"/>
                </a:solidFill>
                <a:latin typeface="Arial"/>
              </a:rPr>
              <a:t>11,631 / 11,826</a:t>
            </a:r>
          </a:p>
          <a:p>
            <a:pPr algn="l">
              <a:lnSpc>
                <a:spcPct val="94000"/>
              </a:lnSpc>
              <a:spcBef>
                <a:spcPts val="0"/>
              </a:spcBef>
              <a:spcAft>
                <a:spcPts val="300"/>
              </a:spcAft>
            </a:pPr>
            <a:r>
              <a:rPr sz="1150" b="1" i="0">
                <a:solidFill>
                  <a:srgbClr val="450073"/>
                </a:solidFill>
                <a:latin typeface="Arial"/>
              </a:rPr>
              <a:t>defective joints passed as OK</a:t>
            </a:r>
          </a:p>
          <a:p>
            <a:pPr algn="l">
              <a:lnSpc>
                <a:spcPct val="92000"/>
              </a:lnSpc>
              <a:spcBef>
                <a:spcPts val="0"/>
              </a:spcBef>
              <a:spcAft>
                <a:spcPts val="0"/>
              </a:spcAft>
            </a:pPr>
            <a:r>
              <a:rPr sz="900" b="0" i="0">
                <a:solidFill>
                  <a:srgbClr val="5E5E5E"/>
                </a:solidFill>
                <a:latin typeface="Arial"/>
              </a:rPr>
              <a:t>98% escape rate · v3 process telemetry</a:t>
            </a:r>
          </a:p>
        </p:txBody>
      </p:sp>
      <p:sp>
        <p:nvSpPr>
          <p:cNvPr id="19" name="Rounded Rectangle 18"/>
          <p:cNvSpPr/>
          <p:nvPr/>
        </p:nvSpPr>
        <p:spPr>
          <a:xfrm>
            <a:off x="7315200" y="4846320"/>
            <a:ext cx="4507992" cy="1417320"/>
          </a:xfrm>
          <a:prstGeom prst="roundRect">
            <a:avLst>
              <a:gd name="adj" fmla="val 6000"/>
            </a:avLst>
          </a:prstGeom>
          <a:solidFill>
            <a:srgbClr val="E6D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89520" y="4846320"/>
            <a:ext cx="3959352" cy="1417320"/>
          </a:xfrm>
          <a:prstGeom prst="rect">
            <a:avLst/>
          </a:prstGeom>
          <a:noFill/>
        </p:spPr>
        <p:txBody>
          <a:bodyPr wrap="square" lIns="45720" tIns="0" rIns="45720" bIns="0" anchor="ctr">
            <a:spAutoFit/>
          </a:bodyPr>
          <a:lstStyle/>
          <a:p>
            <a:pPr algn="l">
              <a:spcBef>
                <a:spcPts val="0"/>
              </a:spcBef>
              <a:spcAft>
                <a:spcPts val="300"/>
              </a:spcAft>
            </a:pPr>
            <a:r>
              <a:rPr sz="3000" b="1" i="0">
                <a:solidFill>
                  <a:srgbClr val="7400C0"/>
                </a:solidFill>
                <a:latin typeface="Arial"/>
              </a:rPr>
              <a:t>88.8 s → 58.0 s</a:t>
            </a:r>
          </a:p>
          <a:p>
            <a:pPr algn="l">
              <a:lnSpc>
                <a:spcPct val="94000"/>
              </a:lnSpc>
              <a:spcBef>
                <a:spcPts val="0"/>
              </a:spcBef>
              <a:spcAft>
                <a:spcPts val="300"/>
              </a:spcAft>
            </a:pPr>
            <a:r>
              <a:rPr sz="1150" b="1" i="0">
                <a:solidFill>
                  <a:srgbClr val="450073"/>
                </a:solidFill>
                <a:latin typeface="Arial"/>
              </a:rPr>
              <a:t>raw occupancy vs true work time</a:t>
            </a:r>
          </a:p>
          <a:p>
            <a:pPr algn="l">
              <a:lnSpc>
                <a:spcPct val="92000"/>
              </a:lnSpc>
              <a:spcBef>
                <a:spcPts val="0"/>
              </a:spcBef>
              <a:spcAft>
                <a:spcPts val="0"/>
              </a:spcAft>
            </a:pPr>
            <a:r>
              <a:rPr sz="900" b="0" i="0">
                <a:solidFill>
                  <a:srgbClr val="5E5E5E"/>
                </a:solidFill>
                <a:latin typeface="Arial"/>
              </a:rPr>
              <a:t>a 53% overstatement if you trust the bracket alone</a:t>
            </a:r>
          </a:p>
        </p:txBody>
      </p:sp>
      <p:sp>
        <p:nvSpPr>
          <p:cNvPr id="21" name="Rounded Rectangle 20"/>
          <p:cNvSpPr/>
          <p:nvPr/>
        </p:nvSpPr>
        <p:spPr>
          <a:xfrm>
            <a:off x="365760" y="6373368"/>
            <a:ext cx="11457432" cy="402336"/>
          </a:xfrm>
          <a:prstGeom prst="roundRect">
            <a:avLst>
              <a:gd name="adj" fmla="val 6000"/>
            </a:avLst>
          </a:prstGeom>
          <a:solidFill>
            <a:srgbClr val="E6D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6373368"/>
            <a:ext cx="11064240" cy="402336"/>
          </a:xfrm>
          <a:prstGeom prst="rect">
            <a:avLst/>
          </a:prstGeom>
          <a:noFill/>
        </p:spPr>
        <p:txBody>
          <a:bodyPr wrap="square" lIns="45720" rIns="45720" tIns="0" bIns="0" anchor="ctr">
            <a:spAutoFit/>
          </a:bodyPr>
          <a:lstStyle/>
          <a:p>
            <a:r>
              <a:rPr sz="1000" b="1" i="0">
                <a:solidFill>
                  <a:srgbClr val="450073"/>
                </a:solidFill>
                <a:latin typeface="Arial"/>
              </a:rPr>
              <a:t>Why it matters:  </a:t>
            </a:r>
            <a:r>
              <a:rPr sz="1000" b="0" i="0">
                <a:solidFill>
                  <a:srgbClr val="1A1A1A"/>
                </a:solidFill>
                <a:latin typeface="Arial"/>
              </a:rPr>
              <a:t>unplanned downtime in automotive runs above $2M per hour (Senseye/Siemens) — and the line supervisor deciding what to fix next has minutes, not hours.</a:t>
            </a:r>
          </a:p>
        </p:txBody>
      </p:sp>
    </p:spTree>
    <p:extLst>
      <p:ext uri="{BB962C8B-B14F-4D97-AF65-F5344CB8AC3E}">
        <p14:creationId xmlns:p14="http://schemas.microsoft.com/office/powerpoint/2010/main" val="969716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40961" y="342685"/>
            <a:ext cx="11282796" cy="423125"/>
          </a:xfrm>
          <a:solidFill>
            <a:srgbClr val="A100FF"/>
          </a:solidFill>
        </p:spPr>
        <p:txBody>
          <a:bodyPr vert="horz" lIns="91440" tIns="45720" rIns="91440" bIns="45720" rtlCol="0" anchor="ctr">
            <a:normAutofit/>
          </a:bodyPr>
          <a:lstStyle/>
          <a:p>
            <a:r>
              <a:rPr lang="en-IN" sz="2000" b="1" dirty="0">
                <a:solidFill>
                  <a:schemeClr val="bg1"/>
                </a:solidFill>
                <a:latin typeface="Graphik" panose="020B0503030202060203" pitchFamily="34" charset="0"/>
                <a:cs typeface="Arial" panose="020B0604020202020204" pitchFamily="34" charset="0"/>
              </a:rPr>
              <a:t>Proposed Solution</a:t>
            </a:r>
          </a:p>
        </p:txBody>
      </p:sp>
      <p:sp>
        <p:nvSpPr>
          <p:cNvPr id="5" name="TextBox 4"/>
          <p:cNvSpPr txBox="1"/>
          <p:nvPr/>
        </p:nvSpPr>
        <p:spPr>
          <a:xfrm>
            <a:off x="338328" y="859536"/>
            <a:ext cx="11283696" cy="402336"/>
          </a:xfrm>
          <a:prstGeom prst="rect">
            <a:avLst/>
          </a:prstGeom>
          <a:noFill/>
        </p:spPr>
        <p:txBody>
          <a:bodyPr wrap="square" lIns="45720" tIns="0" rIns="45720" bIns="0" anchor="t">
            <a:spAutoFit/>
          </a:bodyPr>
          <a:lstStyle/>
          <a:p>
            <a:pPr algn="l">
              <a:lnSpc>
                <a:spcPct val="95000"/>
              </a:lnSpc>
              <a:spcBef>
                <a:spcPts val="0"/>
              </a:spcBef>
              <a:spcAft>
                <a:spcPts val="0"/>
              </a:spcAft>
            </a:pPr>
            <a:r>
              <a:rPr sz="1450" b="1" i="0">
                <a:solidFill>
                  <a:srgbClr val="7400C0"/>
                </a:solidFill>
                <a:latin typeface="Arial"/>
              </a:rPr>
              <a:t>A closed-loop AI twin that ranks stations by what a fix is worth — not by how busy they look. It runs on signals the line already emits.</a:t>
            </a:r>
          </a:p>
        </p:txBody>
      </p:sp>
      <p:sp>
        <p:nvSpPr>
          <p:cNvPr id="6" name="Rounded Rectangle 5"/>
          <p:cNvSpPr/>
          <p:nvPr/>
        </p:nvSpPr>
        <p:spPr>
          <a:xfrm>
            <a:off x="338328" y="1335024"/>
            <a:ext cx="1975104" cy="676656"/>
          </a:xfrm>
          <a:prstGeom prst="roundRect">
            <a:avLst>
              <a:gd name="adj" fmla="val 6000"/>
            </a:avLst>
          </a:prstGeom>
          <a:solidFill>
            <a:srgbClr val="FFFFFF"/>
          </a:solidFill>
          <a:ln w="12700">
            <a:solidFill>
              <a:srgbClr val="C1A3FF"/>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Bef>
                <a:spcPts val="0"/>
              </a:spcBef>
              <a:spcAft>
                <a:spcPts val="100"/>
              </a:spcAft>
            </a:pPr>
            <a:r>
              <a:rPr sz="1150" b="1" i="0">
                <a:solidFill>
                  <a:srgbClr val="450073"/>
                </a:solidFill>
                <a:latin typeface="Arial"/>
              </a:rPr>
              <a:t>Line</a:t>
            </a:r>
          </a:p>
          <a:p>
            <a:pPr algn="ctr">
              <a:lnSpc>
                <a:spcPct val="88000"/>
              </a:lnSpc>
              <a:spcBef>
                <a:spcPts val="0"/>
              </a:spcBef>
              <a:spcAft>
                <a:spcPts val="0"/>
              </a:spcAft>
            </a:pPr>
            <a:r>
              <a:rPr sz="800" b="0" i="0">
                <a:solidFill>
                  <a:srgbClr val="5E5E5E"/>
                </a:solidFill>
                <a:latin typeface="Arial"/>
              </a:rPr>
              <a:t>OPC-UA · MTConnect</a:t>
            </a:r>
          </a:p>
        </p:txBody>
      </p:sp>
      <p:sp>
        <p:nvSpPr>
          <p:cNvPr id="7" name="Isosceles Triangle 6"/>
          <p:cNvSpPr/>
          <p:nvPr/>
        </p:nvSpPr>
        <p:spPr>
          <a:xfrm rot="5400000">
            <a:off x="2382012" y="1572768"/>
            <a:ext cx="137160" cy="201168"/>
          </a:xfrm>
          <a:prstGeom prst="triangle">
            <a:avLst/>
          </a:prstGeom>
          <a:solidFill>
            <a:srgbClr val="C1A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587752" y="1335024"/>
            <a:ext cx="1975104" cy="676656"/>
          </a:xfrm>
          <a:prstGeom prst="roundRect">
            <a:avLst>
              <a:gd name="adj" fmla="val 6000"/>
            </a:avLst>
          </a:prstGeom>
          <a:solidFill>
            <a:srgbClr val="FFFFFF"/>
          </a:solidFill>
          <a:ln w="12700">
            <a:solidFill>
              <a:srgbClr val="C1A3FF"/>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Bef>
                <a:spcPts val="0"/>
              </a:spcBef>
              <a:spcAft>
                <a:spcPts val="100"/>
              </a:spcAft>
            </a:pPr>
            <a:r>
              <a:rPr sz="1150" b="1" i="0">
                <a:solidFill>
                  <a:srgbClr val="450073"/>
                </a:solidFill>
                <a:latin typeface="Arial"/>
              </a:rPr>
              <a:t>Event spine</a:t>
            </a:r>
          </a:p>
          <a:p>
            <a:pPr algn="ctr">
              <a:lnSpc>
                <a:spcPct val="88000"/>
              </a:lnSpc>
              <a:spcBef>
                <a:spcPts val="0"/>
              </a:spcBef>
              <a:spcAft>
                <a:spcPts val="0"/>
              </a:spcAft>
            </a:pPr>
            <a:r>
              <a:rPr sz="800" b="0" i="0">
                <a:solidFill>
                  <a:srgbClr val="5E5E5E"/>
                </a:solidFill>
                <a:latin typeface="Arial"/>
              </a:rPr>
              <a:t>five event types, one clock</a:t>
            </a:r>
          </a:p>
        </p:txBody>
      </p:sp>
      <p:sp>
        <p:nvSpPr>
          <p:cNvPr id="9" name="Isosceles Triangle 8"/>
          <p:cNvSpPr/>
          <p:nvPr/>
        </p:nvSpPr>
        <p:spPr>
          <a:xfrm rot="5400000">
            <a:off x="4631436" y="1572768"/>
            <a:ext cx="137160" cy="201168"/>
          </a:xfrm>
          <a:prstGeom prst="triangle">
            <a:avLst/>
          </a:prstGeom>
          <a:solidFill>
            <a:srgbClr val="C1A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837176" y="1335024"/>
            <a:ext cx="1975104" cy="676656"/>
          </a:xfrm>
          <a:prstGeom prst="roundRect">
            <a:avLst>
              <a:gd name="adj" fmla="val 6000"/>
            </a:avLst>
          </a:prstGeom>
          <a:solidFill>
            <a:srgbClr val="7400C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Bef>
                <a:spcPts val="0"/>
              </a:spcBef>
              <a:spcAft>
                <a:spcPts val="100"/>
              </a:spcAft>
            </a:pPr>
            <a:r>
              <a:rPr sz="1150" b="1" i="0">
                <a:solidFill>
                  <a:srgbClr val="FFFFFF"/>
                </a:solidFill>
                <a:latin typeface="Arial"/>
              </a:rPr>
              <a:t>Twin</a:t>
            </a:r>
          </a:p>
          <a:p>
            <a:pPr algn="ctr">
              <a:lnSpc>
                <a:spcPct val="88000"/>
              </a:lnSpc>
              <a:spcBef>
                <a:spcPts val="0"/>
              </a:spcBef>
              <a:spcAft>
                <a:spcPts val="0"/>
              </a:spcAft>
            </a:pPr>
            <a:r>
              <a:rPr sz="800" b="0" i="0">
                <a:solidFill>
                  <a:srgbClr val="E6DCFF"/>
                </a:solidFill>
                <a:latin typeface="Arial"/>
              </a:rPr>
              <a:t>replay + paired counterfactual</a:t>
            </a:r>
          </a:p>
        </p:txBody>
      </p:sp>
      <p:sp>
        <p:nvSpPr>
          <p:cNvPr id="11" name="Isosceles Triangle 10"/>
          <p:cNvSpPr/>
          <p:nvPr/>
        </p:nvSpPr>
        <p:spPr>
          <a:xfrm rot="5400000">
            <a:off x="6880860" y="1572768"/>
            <a:ext cx="137160" cy="201168"/>
          </a:xfrm>
          <a:prstGeom prst="triangle">
            <a:avLst/>
          </a:prstGeom>
          <a:solidFill>
            <a:srgbClr val="C1A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086600" y="1335024"/>
            <a:ext cx="1975104" cy="676656"/>
          </a:xfrm>
          <a:prstGeom prst="roundRect">
            <a:avLst>
              <a:gd name="adj" fmla="val 6000"/>
            </a:avLst>
          </a:prstGeom>
          <a:solidFill>
            <a:srgbClr val="FFFFFF"/>
          </a:solidFill>
          <a:ln w="12700">
            <a:solidFill>
              <a:srgbClr val="C1A3FF"/>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Bef>
                <a:spcPts val="0"/>
              </a:spcBef>
              <a:spcAft>
                <a:spcPts val="100"/>
              </a:spcAft>
            </a:pPr>
            <a:r>
              <a:rPr sz="1150" b="1" i="0">
                <a:solidFill>
                  <a:srgbClr val="450073"/>
                </a:solidFill>
                <a:latin typeface="Arial"/>
              </a:rPr>
              <a:t>Ranked call</a:t>
            </a:r>
          </a:p>
          <a:p>
            <a:pPr algn="ctr">
              <a:lnSpc>
                <a:spcPct val="88000"/>
              </a:lnSpc>
              <a:spcBef>
                <a:spcPts val="0"/>
              </a:spcBef>
              <a:spcAft>
                <a:spcPts val="0"/>
              </a:spcAft>
            </a:pPr>
            <a:r>
              <a:rPr sz="800" b="0" i="0">
                <a:solidFill>
                  <a:srgbClr val="5E5E5E"/>
                </a:solidFill>
                <a:latin typeface="Arial"/>
              </a:rPr>
              <a:t>cars gained, not % busy</a:t>
            </a:r>
          </a:p>
        </p:txBody>
      </p:sp>
      <p:sp>
        <p:nvSpPr>
          <p:cNvPr id="13" name="Isosceles Triangle 12"/>
          <p:cNvSpPr/>
          <p:nvPr/>
        </p:nvSpPr>
        <p:spPr>
          <a:xfrm rot="5400000">
            <a:off x="9130284" y="1572768"/>
            <a:ext cx="137160" cy="201168"/>
          </a:xfrm>
          <a:prstGeom prst="triangle">
            <a:avLst/>
          </a:prstGeom>
          <a:solidFill>
            <a:srgbClr val="C1A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336024" y="1335024"/>
            <a:ext cx="1975104" cy="676656"/>
          </a:xfrm>
          <a:prstGeom prst="roundRect">
            <a:avLst>
              <a:gd name="adj" fmla="val 6000"/>
            </a:avLst>
          </a:prstGeom>
          <a:solidFill>
            <a:srgbClr val="FFFFFF"/>
          </a:solidFill>
          <a:ln w="12700">
            <a:solidFill>
              <a:srgbClr val="C1A3FF"/>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Bef>
                <a:spcPts val="0"/>
              </a:spcBef>
              <a:spcAft>
                <a:spcPts val="100"/>
              </a:spcAft>
            </a:pPr>
            <a:r>
              <a:rPr sz="1150" b="1" i="0">
                <a:solidFill>
                  <a:srgbClr val="450073"/>
                </a:solidFill>
                <a:latin typeface="Arial"/>
              </a:rPr>
              <a:t>Supervisor</a:t>
            </a:r>
          </a:p>
          <a:p>
            <a:pPr algn="ctr">
              <a:lnSpc>
                <a:spcPct val="88000"/>
              </a:lnSpc>
              <a:spcBef>
                <a:spcPts val="0"/>
              </a:spcBef>
              <a:spcAft>
                <a:spcPts val="0"/>
              </a:spcAft>
            </a:pPr>
            <a:r>
              <a:rPr sz="800" b="0" i="0">
                <a:solidFill>
                  <a:srgbClr val="5E5E5E"/>
                </a:solidFill>
                <a:latin typeface="Arial"/>
              </a:rPr>
              <a:t>confirms or overrides</a:t>
            </a:r>
          </a:p>
        </p:txBody>
      </p:sp>
      <p:sp>
        <p:nvSpPr>
          <p:cNvPr id="15" name="Rounded Rectangle 14"/>
          <p:cNvSpPr/>
          <p:nvPr/>
        </p:nvSpPr>
        <p:spPr>
          <a:xfrm>
            <a:off x="338328" y="2130552"/>
            <a:ext cx="11247120" cy="310896"/>
          </a:xfrm>
          <a:prstGeom prst="roundRect">
            <a:avLst>
              <a:gd name="adj" fmla="val 6000"/>
            </a:avLst>
          </a:prstGeom>
          <a:solidFill>
            <a:srgbClr val="E6DCFF"/>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spcBef>
                <a:spcPts val="0"/>
              </a:spcBef>
              <a:spcAft>
                <a:spcPts val="0"/>
              </a:spcAft>
            </a:pPr>
            <a:r>
              <a:rPr sz="900" b="1" i="0">
                <a:solidFill>
                  <a:srgbClr val="450073"/>
                </a:solidFill>
                <a:latin typeface="Arial"/>
              </a:rPr>
              <a:t>◀   closed loop, responsibly — a person confirms each change, then the twin re-reads the line</a:t>
            </a:r>
          </a:p>
        </p:txBody>
      </p:sp>
      <p:sp>
        <p:nvSpPr>
          <p:cNvPr id="16" name="Rounded Rectangle 15"/>
          <p:cNvSpPr/>
          <p:nvPr/>
        </p:nvSpPr>
        <p:spPr>
          <a:xfrm>
            <a:off x="338328" y="2542032"/>
            <a:ext cx="3602736" cy="2542032"/>
          </a:xfrm>
          <a:prstGeom prst="roundRect">
            <a:avLst>
              <a:gd name="adj" fmla="val 6000"/>
            </a:avLst>
          </a:prstGeom>
          <a:solidFill>
            <a:srgbClr val="FFFFFF"/>
          </a:solidFill>
          <a:ln w="12700">
            <a:solidFill>
              <a:srgbClr val="C1A3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539496" y="2724912"/>
            <a:ext cx="274320" cy="274320"/>
          </a:xfrm>
          <a:prstGeom prst="ellipse">
            <a:avLst/>
          </a:prstGeom>
          <a:solidFill>
            <a:srgbClr val="740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0"/>
              </a:spcAft>
            </a:pPr>
            <a:r>
              <a:rPr sz="1200" b="1" i="0">
                <a:solidFill>
                  <a:srgbClr val="FFFFFF"/>
                </a:solidFill>
                <a:latin typeface="Arial"/>
              </a:rPr>
              <a:t>1</a:t>
            </a:r>
          </a:p>
        </p:txBody>
      </p:sp>
      <p:sp>
        <p:nvSpPr>
          <p:cNvPr id="18" name="TextBox 17"/>
          <p:cNvSpPr txBox="1"/>
          <p:nvPr/>
        </p:nvSpPr>
        <p:spPr>
          <a:xfrm>
            <a:off x="886968" y="2734056"/>
            <a:ext cx="2157984" cy="274320"/>
          </a:xfrm>
          <a:prstGeom prst="rect">
            <a:avLst/>
          </a:prstGeom>
          <a:noFill/>
        </p:spPr>
        <p:txBody>
          <a:bodyPr wrap="square" lIns="45720" tIns="0" rIns="45720" bIns="0" anchor="t">
            <a:spAutoFit/>
          </a:bodyPr>
          <a:lstStyle/>
          <a:p>
            <a:pPr algn="l">
              <a:spcBef>
                <a:spcPts val="0"/>
              </a:spcBef>
              <a:spcAft>
                <a:spcPts val="0"/>
              </a:spcAft>
            </a:pPr>
            <a:r>
              <a:rPr sz="1250" b="1" i="0">
                <a:solidFill>
                  <a:srgbClr val="450073"/>
                </a:solidFill>
                <a:latin typeface="Arial"/>
              </a:rPr>
              <a:t>Bottleneck formation</a:t>
            </a:r>
          </a:p>
        </p:txBody>
      </p:sp>
      <p:sp>
        <p:nvSpPr>
          <p:cNvPr id="19" name="Rounded Rectangle 18"/>
          <p:cNvSpPr/>
          <p:nvPr/>
        </p:nvSpPr>
        <p:spPr>
          <a:xfrm>
            <a:off x="2788920" y="2724912"/>
            <a:ext cx="932688" cy="246888"/>
          </a:xfrm>
          <a:prstGeom prst="roundRect">
            <a:avLst>
              <a:gd name="adj" fmla="val 50000"/>
            </a:avLst>
          </a:prstGeom>
          <a:solidFill>
            <a:srgbClr val="E6DC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0"/>
              </a:spcAft>
            </a:pPr>
            <a:r>
              <a:rPr sz="800" b="1" i="0">
                <a:solidFill>
                  <a:srgbClr val="450073"/>
                </a:solidFill>
                <a:latin typeface="Arial"/>
              </a:rPr>
              <a:t>answers #1</a:t>
            </a:r>
          </a:p>
        </p:txBody>
      </p:sp>
      <p:sp>
        <p:nvSpPr>
          <p:cNvPr id="20" name="TextBox 19"/>
          <p:cNvSpPr txBox="1"/>
          <p:nvPr/>
        </p:nvSpPr>
        <p:spPr>
          <a:xfrm>
            <a:off x="557784" y="3054096"/>
            <a:ext cx="3163824" cy="1737359"/>
          </a:xfrm>
          <a:prstGeom prst="rect">
            <a:avLst/>
          </a:prstGeom>
          <a:noFill/>
        </p:spPr>
        <p:txBody>
          <a:bodyPr wrap="square" lIns="45720" tIns="0" rIns="45720" bIns="0" anchor="t">
            <a:spAutoFit/>
          </a:bodyPr>
          <a:lstStyle/>
          <a:p>
            <a:pPr algn="l">
              <a:lnSpc>
                <a:spcPct val="96000"/>
              </a:lnSpc>
              <a:spcBef>
                <a:spcPts val="0"/>
              </a:spcBef>
              <a:spcAft>
                <a:spcPts val="400"/>
              </a:spcAft>
            </a:pPr>
            <a:r>
              <a:rPr sz="950" b="1" i="0">
                <a:solidFill>
                  <a:srgbClr val="7400C0"/>
                </a:solidFill>
                <a:latin typeface="Arial"/>
              </a:rPr>
              <a:t>1  </a:t>
            </a:r>
            <a:r>
              <a:rPr sz="950" b="0" i="0">
                <a:solidFill>
                  <a:srgbClr val="1A1A1A"/>
                </a:solidFill>
                <a:latin typeface="Arial"/>
              </a:rPr>
              <a:t>Each station carries a working / blocked / starved state — measured where a PLC tag exists, estimated where it doesn't.</a:t>
            </a:r>
          </a:p>
          <a:p>
            <a:pPr>
              <a:lnSpc>
                <a:spcPct val="96000"/>
              </a:lnSpc>
              <a:spcAft>
                <a:spcPts val="400"/>
              </a:spcAft>
            </a:pPr>
            <a:r>
              <a:rPr sz="950" b="1" i="0">
                <a:solidFill>
                  <a:srgbClr val="7400C0"/>
                </a:solidFill>
                <a:latin typeface="Arial"/>
              </a:rPr>
              <a:t>2  </a:t>
            </a:r>
            <a:r>
              <a:rPr sz="950" b="0" i="0">
                <a:solidFill>
                  <a:srgbClr val="1A1A1A"/>
                </a:solidFill>
                <a:latin typeface="Arial"/>
              </a:rPr>
              <a:t>The constraint runs busy while the station behind it blocks and the one ahead starves. That signature locates it, not raw busyness.</a:t>
            </a:r>
          </a:p>
          <a:p>
            <a:pPr>
              <a:lnSpc>
                <a:spcPct val="96000"/>
              </a:lnSpc>
              <a:spcAft>
                <a:spcPts val="400"/>
              </a:spcAft>
            </a:pPr>
            <a:r>
              <a:rPr sz="950" b="1" i="0">
                <a:solidFill>
                  <a:srgbClr val="7400C0"/>
                </a:solidFill>
                <a:latin typeface="Arial"/>
              </a:rPr>
              <a:t>3  </a:t>
            </a:r>
            <a:r>
              <a:rPr sz="950" b="0" i="0">
                <a:solidFill>
                  <a:srgbClr val="1A1A1A"/>
                </a:solidFill>
                <a:latin typeface="Arial"/>
              </a:rPr>
              <a:t>Rank by processing time ÷ uptime, then pull only that station's full history.</a:t>
            </a:r>
          </a:p>
          <a:p>
            <a:pPr>
              <a:lnSpc>
                <a:spcPct val="96000"/>
              </a:lnSpc>
              <a:spcAft>
                <a:spcPts val="400"/>
              </a:spcAft>
            </a:pPr>
            <a:r>
              <a:rPr sz="950" b="1" i="0">
                <a:solidFill>
                  <a:srgbClr val="7400C0"/>
                </a:solidFill>
                <a:latin typeface="Arial"/>
              </a:rPr>
              <a:t>4  </a:t>
            </a:r>
            <a:r>
              <a:rPr sz="950" b="0" i="0">
                <a:solidFill>
                  <a:srgbClr val="1A1A1A"/>
                </a:solidFill>
                <a:latin typeface="Arial"/>
              </a:rPr>
              <a:t>Buffer fill-rates flag the next constraint before it forms — 60% of warnings are followed by a real block.</a:t>
            </a:r>
          </a:p>
        </p:txBody>
      </p:sp>
      <p:sp>
        <p:nvSpPr>
          <p:cNvPr id="21" name="TextBox 20"/>
          <p:cNvSpPr txBox="1"/>
          <p:nvPr/>
        </p:nvSpPr>
        <p:spPr>
          <a:xfrm>
            <a:off x="557784" y="4791455"/>
            <a:ext cx="3163824" cy="256032"/>
          </a:xfrm>
          <a:prstGeom prst="rect">
            <a:avLst/>
          </a:prstGeom>
          <a:noFill/>
        </p:spPr>
        <p:txBody>
          <a:bodyPr wrap="square" lIns="45720" tIns="0" rIns="45720" bIns="0" anchor="t">
            <a:spAutoFit/>
          </a:bodyPr>
          <a:lstStyle/>
          <a:p>
            <a:pPr algn="l">
              <a:spcBef>
                <a:spcPts val="0"/>
              </a:spcBef>
              <a:spcAft>
                <a:spcPts val="0"/>
              </a:spcAft>
            </a:pPr>
            <a:r>
              <a:rPr sz="800" b="0" i="1">
                <a:solidFill>
                  <a:srgbClr val="5E5E5E"/>
                </a:solidFill>
                <a:latin typeface="Arial"/>
              </a:rPr>
              <a:t>46% / 58% top-1 / top-2 vs 35% / 48% for utilisation ranking  ·  958 scored line-blocks</a:t>
            </a:r>
          </a:p>
        </p:txBody>
      </p:sp>
      <p:sp>
        <p:nvSpPr>
          <p:cNvPr id="22" name="Rounded Rectangle 21"/>
          <p:cNvSpPr/>
          <p:nvPr/>
        </p:nvSpPr>
        <p:spPr>
          <a:xfrm>
            <a:off x="4160520" y="2542032"/>
            <a:ext cx="3602736" cy="2542032"/>
          </a:xfrm>
          <a:prstGeom prst="roundRect">
            <a:avLst>
              <a:gd name="adj" fmla="val 6000"/>
            </a:avLst>
          </a:prstGeom>
          <a:solidFill>
            <a:srgbClr val="FFFFFF"/>
          </a:solidFill>
          <a:ln w="12700">
            <a:solidFill>
              <a:srgbClr val="C1A3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4361688" y="2724912"/>
            <a:ext cx="274320" cy="274320"/>
          </a:xfrm>
          <a:prstGeom prst="ellipse">
            <a:avLst/>
          </a:prstGeom>
          <a:solidFill>
            <a:srgbClr val="740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0"/>
              </a:spcAft>
            </a:pPr>
            <a:r>
              <a:rPr sz="1200" b="1" i="0">
                <a:solidFill>
                  <a:srgbClr val="FFFFFF"/>
                </a:solidFill>
                <a:latin typeface="Arial"/>
              </a:rPr>
              <a:t>2</a:t>
            </a:r>
          </a:p>
        </p:txBody>
      </p:sp>
      <p:sp>
        <p:nvSpPr>
          <p:cNvPr id="24" name="TextBox 23"/>
          <p:cNvSpPr txBox="1"/>
          <p:nvPr/>
        </p:nvSpPr>
        <p:spPr>
          <a:xfrm>
            <a:off x="4709159" y="2734056"/>
            <a:ext cx="2157984" cy="274320"/>
          </a:xfrm>
          <a:prstGeom prst="rect">
            <a:avLst/>
          </a:prstGeom>
          <a:noFill/>
        </p:spPr>
        <p:txBody>
          <a:bodyPr wrap="square" lIns="45720" tIns="0" rIns="45720" bIns="0" anchor="t">
            <a:spAutoFit/>
          </a:bodyPr>
          <a:lstStyle/>
          <a:p>
            <a:pPr algn="l">
              <a:spcBef>
                <a:spcPts val="0"/>
              </a:spcBef>
              <a:spcAft>
                <a:spcPts val="0"/>
              </a:spcAft>
            </a:pPr>
            <a:r>
              <a:rPr sz="1250" b="1" i="0">
                <a:solidFill>
                  <a:srgbClr val="450073"/>
                </a:solidFill>
                <a:latin typeface="Arial"/>
              </a:rPr>
              <a:t>Defect prediction</a:t>
            </a:r>
          </a:p>
        </p:txBody>
      </p:sp>
      <p:sp>
        <p:nvSpPr>
          <p:cNvPr id="25" name="Rounded Rectangle 24"/>
          <p:cNvSpPr/>
          <p:nvPr/>
        </p:nvSpPr>
        <p:spPr>
          <a:xfrm>
            <a:off x="6611112" y="2724912"/>
            <a:ext cx="932688" cy="246888"/>
          </a:xfrm>
          <a:prstGeom prst="roundRect">
            <a:avLst>
              <a:gd name="adj" fmla="val 50000"/>
            </a:avLst>
          </a:prstGeom>
          <a:solidFill>
            <a:srgbClr val="E6DC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0"/>
              </a:spcAft>
            </a:pPr>
            <a:r>
              <a:rPr sz="800" b="1" i="0">
                <a:solidFill>
                  <a:srgbClr val="450073"/>
                </a:solidFill>
                <a:latin typeface="Arial"/>
              </a:rPr>
              <a:t>answers #2</a:t>
            </a:r>
          </a:p>
        </p:txBody>
      </p:sp>
      <p:sp>
        <p:nvSpPr>
          <p:cNvPr id="26" name="TextBox 25"/>
          <p:cNvSpPr txBox="1"/>
          <p:nvPr/>
        </p:nvSpPr>
        <p:spPr>
          <a:xfrm>
            <a:off x="4379976" y="3054096"/>
            <a:ext cx="3163824" cy="1737359"/>
          </a:xfrm>
          <a:prstGeom prst="rect">
            <a:avLst/>
          </a:prstGeom>
          <a:noFill/>
        </p:spPr>
        <p:txBody>
          <a:bodyPr wrap="square" lIns="45720" tIns="0" rIns="45720" bIns="0" anchor="t">
            <a:spAutoFit/>
          </a:bodyPr>
          <a:lstStyle/>
          <a:p>
            <a:pPr algn="l">
              <a:lnSpc>
                <a:spcPct val="96000"/>
              </a:lnSpc>
              <a:spcBef>
                <a:spcPts val="0"/>
              </a:spcBef>
              <a:spcAft>
                <a:spcPts val="400"/>
              </a:spcAft>
            </a:pPr>
            <a:r>
              <a:rPr sz="950" b="1" i="0">
                <a:solidFill>
                  <a:srgbClr val="7400C0"/>
                </a:solidFill>
                <a:latin typeface="Arial"/>
              </a:rPr>
              <a:t>1  </a:t>
            </a:r>
            <a:r>
              <a:rPr sz="950" b="0" i="0">
                <a:solidFill>
                  <a:srgbClr val="1A1A1A"/>
                </a:solidFill>
                <a:latin typeface="Arial"/>
              </a:rPr>
              <a:t>Track always-on signals per station — torque, current, cycle time — with running statistics that cost almost nothing.</a:t>
            </a:r>
          </a:p>
          <a:p>
            <a:pPr>
              <a:lnSpc>
                <a:spcPct val="96000"/>
              </a:lnSpc>
              <a:spcAft>
                <a:spcPts val="400"/>
              </a:spcAft>
            </a:pPr>
            <a:r>
              <a:rPr sz="950" b="1" i="0">
                <a:solidFill>
                  <a:srgbClr val="7400C0"/>
                </a:solidFill>
                <a:latin typeface="Arial"/>
              </a:rPr>
              <a:t>2  </a:t>
            </a:r>
            <a:r>
              <a:rPr sz="950" b="0" i="0">
                <a:solidFill>
                  <a:srgbClr val="1A1A1A"/>
                </a:solidFill>
                <a:latin typeface="Arial"/>
              </a:rPr>
              <a:t>Combine into one health score; stay silent unless it drifts from that station's own healthy baseline.</a:t>
            </a:r>
          </a:p>
          <a:p>
            <a:pPr>
              <a:lnSpc>
                <a:spcPct val="96000"/>
              </a:lnSpc>
              <a:spcAft>
                <a:spcPts val="400"/>
              </a:spcAft>
            </a:pPr>
            <a:r>
              <a:rPr sz="950" b="1" i="0">
                <a:solidFill>
                  <a:srgbClr val="7400C0"/>
                </a:solidFill>
                <a:latin typeface="Arial"/>
              </a:rPr>
              <a:t>3  </a:t>
            </a:r>
            <a:r>
              <a:rPr sz="950" b="0" i="0">
                <a:solidFill>
                  <a:srgbClr val="1A1A1A"/>
                </a:solidFill>
                <a:latin typeface="Arial"/>
              </a:rPr>
              <a:t>Classify why before acting: a worn tool needs servicing, a drifted sensor needs only recalibrating.</a:t>
            </a:r>
          </a:p>
          <a:p>
            <a:pPr>
              <a:lnSpc>
                <a:spcPct val="96000"/>
              </a:lnSpc>
              <a:spcAft>
                <a:spcPts val="400"/>
              </a:spcAft>
            </a:pPr>
            <a:r>
              <a:rPr sz="950" b="1" i="0">
                <a:solidFill>
                  <a:srgbClr val="7400C0"/>
                </a:solidFill>
                <a:latin typeface="Arial"/>
              </a:rPr>
              <a:t>4  </a:t>
            </a:r>
            <a:r>
              <a:rPr sz="950" b="0" i="0">
                <a:solidFill>
                  <a:srgbClr val="1A1A1A"/>
                </a:solidFill>
                <a:latin typeface="Arial"/>
              </a:rPr>
              <a:t>Get that wrong and you either pass 11,631 bad joints or scrap 700–960 good ones.</a:t>
            </a:r>
          </a:p>
        </p:txBody>
      </p:sp>
      <p:sp>
        <p:nvSpPr>
          <p:cNvPr id="27" name="TextBox 26"/>
          <p:cNvSpPr txBox="1"/>
          <p:nvPr/>
        </p:nvSpPr>
        <p:spPr>
          <a:xfrm>
            <a:off x="4379976" y="4791455"/>
            <a:ext cx="3163824" cy="256032"/>
          </a:xfrm>
          <a:prstGeom prst="rect">
            <a:avLst/>
          </a:prstGeom>
          <a:noFill/>
        </p:spPr>
        <p:txBody>
          <a:bodyPr wrap="square" lIns="45720" tIns="0" rIns="45720" bIns="0" anchor="t">
            <a:spAutoFit/>
          </a:bodyPr>
          <a:lstStyle/>
          <a:p>
            <a:pPr algn="l">
              <a:spcBef>
                <a:spcPts val="0"/>
              </a:spcBef>
              <a:spcAft>
                <a:spcPts val="0"/>
              </a:spcAft>
            </a:pPr>
            <a:r>
              <a:rPr sz="800" b="0" i="1">
                <a:solidFill>
                  <a:srgbClr val="5E5E5E"/>
                </a:solidFill>
                <a:latin typeface="Arial"/>
              </a:rPr>
              <a:t>median warning 421–1,322 vehicles before scrap  ·  bearing faults flagged separately</a:t>
            </a:r>
          </a:p>
        </p:txBody>
      </p:sp>
      <p:sp>
        <p:nvSpPr>
          <p:cNvPr id="28" name="Rounded Rectangle 27"/>
          <p:cNvSpPr/>
          <p:nvPr/>
        </p:nvSpPr>
        <p:spPr>
          <a:xfrm>
            <a:off x="7982712" y="2542032"/>
            <a:ext cx="3602736" cy="2542032"/>
          </a:xfrm>
          <a:prstGeom prst="roundRect">
            <a:avLst>
              <a:gd name="adj" fmla="val 6000"/>
            </a:avLst>
          </a:prstGeom>
          <a:solidFill>
            <a:srgbClr val="FFFFFF"/>
          </a:solidFill>
          <a:ln w="12700">
            <a:solidFill>
              <a:srgbClr val="C1A3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8183880" y="2724912"/>
            <a:ext cx="274320" cy="274320"/>
          </a:xfrm>
          <a:prstGeom prst="ellipse">
            <a:avLst/>
          </a:prstGeom>
          <a:solidFill>
            <a:srgbClr val="740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0"/>
              </a:spcAft>
            </a:pPr>
            <a:r>
              <a:rPr sz="1200" b="1" i="0">
                <a:solidFill>
                  <a:srgbClr val="FFFFFF"/>
                </a:solidFill>
                <a:latin typeface="Arial"/>
              </a:rPr>
              <a:t>3</a:t>
            </a:r>
          </a:p>
        </p:txBody>
      </p:sp>
      <p:sp>
        <p:nvSpPr>
          <p:cNvPr id="30" name="TextBox 29"/>
          <p:cNvSpPr txBox="1"/>
          <p:nvPr/>
        </p:nvSpPr>
        <p:spPr>
          <a:xfrm>
            <a:off x="8531352" y="2734056"/>
            <a:ext cx="2157984" cy="274320"/>
          </a:xfrm>
          <a:prstGeom prst="rect">
            <a:avLst/>
          </a:prstGeom>
          <a:noFill/>
        </p:spPr>
        <p:txBody>
          <a:bodyPr wrap="square" lIns="45720" tIns="0" rIns="45720" bIns="0" anchor="t">
            <a:spAutoFit/>
          </a:bodyPr>
          <a:lstStyle/>
          <a:p>
            <a:pPr algn="l">
              <a:spcBef>
                <a:spcPts val="0"/>
              </a:spcBef>
              <a:spcAft>
                <a:spcPts val="0"/>
              </a:spcAft>
            </a:pPr>
            <a:r>
              <a:rPr sz="1250" b="1" i="0">
                <a:solidFill>
                  <a:srgbClr val="450073"/>
                </a:solidFill>
                <a:latin typeface="Arial"/>
              </a:rPr>
              <a:t>No-sensor stations</a:t>
            </a:r>
          </a:p>
        </p:txBody>
      </p:sp>
      <p:sp>
        <p:nvSpPr>
          <p:cNvPr id="31" name="Rounded Rectangle 30"/>
          <p:cNvSpPr/>
          <p:nvPr/>
        </p:nvSpPr>
        <p:spPr>
          <a:xfrm>
            <a:off x="10433304" y="2724912"/>
            <a:ext cx="932688" cy="246888"/>
          </a:xfrm>
          <a:prstGeom prst="roundRect">
            <a:avLst>
              <a:gd name="adj" fmla="val 50000"/>
            </a:avLst>
          </a:prstGeom>
          <a:solidFill>
            <a:srgbClr val="E6DC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0"/>
              </a:spcAft>
            </a:pPr>
            <a:r>
              <a:rPr sz="800" b="1" i="0">
                <a:solidFill>
                  <a:srgbClr val="450073"/>
                </a:solidFill>
                <a:latin typeface="Arial"/>
              </a:rPr>
              <a:t>answers #3</a:t>
            </a:r>
          </a:p>
        </p:txBody>
      </p:sp>
      <p:sp>
        <p:nvSpPr>
          <p:cNvPr id="32" name="TextBox 31"/>
          <p:cNvSpPr txBox="1"/>
          <p:nvPr/>
        </p:nvSpPr>
        <p:spPr>
          <a:xfrm>
            <a:off x="8202168" y="3054096"/>
            <a:ext cx="3163824" cy="1737359"/>
          </a:xfrm>
          <a:prstGeom prst="rect">
            <a:avLst/>
          </a:prstGeom>
          <a:noFill/>
        </p:spPr>
        <p:txBody>
          <a:bodyPr wrap="square" lIns="45720" tIns="0" rIns="45720" bIns="0" anchor="t">
            <a:spAutoFit/>
          </a:bodyPr>
          <a:lstStyle/>
          <a:p>
            <a:pPr algn="l">
              <a:lnSpc>
                <a:spcPct val="96000"/>
              </a:lnSpc>
              <a:spcBef>
                <a:spcPts val="0"/>
              </a:spcBef>
              <a:spcAft>
                <a:spcPts val="400"/>
              </a:spcAft>
            </a:pPr>
            <a:r>
              <a:rPr sz="950" b="1" i="0">
                <a:solidFill>
                  <a:srgbClr val="7400C0"/>
                </a:solidFill>
                <a:latin typeface="Arial"/>
              </a:rPr>
              <a:t>1  </a:t>
            </a:r>
            <a:r>
              <a:rPr sz="950" b="0" i="0">
                <a:solidFill>
                  <a:srgbClr val="1A1A1A"/>
                </a:solidFill>
                <a:latin typeface="Arial"/>
              </a:rPr>
              <a:t>Bracket a silent station between the two timestamps we do have, minus an estimated transit-time distribution — never a fixed number.</a:t>
            </a:r>
          </a:p>
          <a:p>
            <a:pPr>
              <a:lnSpc>
                <a:spcPct val="96000"/>
              </a:lnSpc>
              <a:spcAft>
                <a:spcPts val="400"/>
              </a:spcAft>
            </a:pPr>
            <a:r>
              <a:rPr sz="950" b="1" i="0">
                <a:solidFill>
                  <a:srgbClr val="7400C0"/>
                </a:solidFill>
                <a:latin typeface="Arial"/>
              </a:rPr>
              <a:t>2  </a:t>
            </a:r>
            <a:r>
              <a:rPr sz="950" b="0" i="0">
                <a:solidFill>
                  <a:srgbClr val="1A1A1A"/>
                </a:solidFill>
                <a:latin typeface="Arial"/>
              </a:rPr>
              <a:t>Cross-check the neighbours: an empty upstream buffer means it was waiting, not working.</a:t>
            </a:r>
          </a:p>
          <a:p>
            <a:pPr>
              <a:lnSpc>
                <a:spcPct val="96000"/>
              </a:lnSpc>
              <a:spcAft>
                <a:spcPts val="400"/>
              </a:spcAft>
            </a:pPr>
            <a:r>
              <a:rPr sz="950" b="1" i="0">
                <a:solidFill>
                  <a:srgbClr val="7400C0"/>
                </a:solidFill>
                <a:latin typeface="Arial"/>
              </a:rPr>
              <a:t>3  </a:t>
            </a:r>
            <a:r>
              <a:rPr sz="950" b="0" i="0">
                <a:solidFill>
                  <a:srgbClr val="1A1A1A"/>
                </a:solidFill>
                <a:latin typeface="Arial"/>
              </a:rPr>
              <a:t>Several dark in a row? Locate the culprit from arrival delays on each side, the way an earthquake is placed.</a:t>
            </a:r>
          </a:p>
          <a:p>
            <a:pPr>
              <a:lnSpc>
                <a:spcPct val="96000"/>
              </a:lnSpc>
              <a:spcAft>
                <a:spcPts val="400"/>
              </a:spcAft>
            </a:pPr>
            <a:r>
              <a:rPr sz="950" b="1" i="0">
                <a:solidFill>
                  <a:srgbClr val="7400C0"/>
                </a:solidFill>
                <a:latin typeface="Arial"/>
              </a:rPr>
              <a:t>4  </a:t>
            </a:r>
            <a:r>
              <a:rPr sz="950" b="0" i="0">
                <a:solidFill>
                  <a:srgbClr val="1A1A1A"/>
                </a:solidFill>
                <a:latin typeface="Arial"/>
              </a:rPr>
              <a:t>Every estimate ships a confidence score; a fully opaque section gets a costed sensor recommendation.</a:t>
            </a:r>
          </a:p>
        </p:txBody>
      </p:sp>
      <p:sp>
        <p:nvSpPr>
          <p:cNvPr id="33" name="TextBox 32"/>
          <p:cNvSpPr txBox="1"/>
          <p:nvPr/>
        </p:nvSpPr>
        <p:spPr>
          <a:xfrm>
            <a:off x="8202168" y="4791455"/>
            <a:ext cx="3163824" cy="256032"/>
          </a:xfrm>
          <a:prstGeom prst="rect">
            <a:avLst/>
          </a:prstGeom>
          <a:noFill/>
        </p:spPr>
        <p:txBody>
          <a:bodyPr wrap="square" lIns="45720" tIns="0" rIns="45720" bIns="0" anchor="t">
            <a:spAutoFit/>
          </a:bodyPr>
          <a:lstStyle/>
          <a:p>
            <a:pPr algn="l">
              <a:spcBef>
                <a:spcPts val="0"/>
              </a:spcBef>
              <a:spcAft>
                <a:spcPts val="0"/>
              </a:spcAft>
            </a:pPr>
            <a:r>
              <a:rPr sz="800" b="0" i="1">
                <a:solidFill>
                  <a:srgbClr val="5E5E5E"/>
                </a:solidFill>
                <a:latin typeface="Arial"/>
              </a:rPr>
              <a:t>cuts a 53% bracketing overstatement down to the true work time</a:t>
            </a:r>
          </a:p>
        </p:txBody>
      </p:sp>
      <p:sp>
        <p:nvSpPr>
          <p:cNvPr id="34" name="Rounded Rectangle 33"/>
          <p:cNvSpPr/>
          <p:nvPr/>
        </p:nvSpPr>
        <p:spPr>
          <a:xfrm>
            <a:off x="338328" y="5175503"/>
            <a:ext cx="11247120" cy="987552"/>
          </a:xfrm>
          <a:prstGeom prst="roundRect">
            <a:avLst>
              <a:gd name="adj" fmla="val 6000"/>
            </a:avLst>
          </a:prstGeom>
          <a:solidFill>
            <a:srgbClr val="E6D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85216" y="5312664"/>
            <a:ext cx="6583680" cy="731520"/>
          </a:xfrm>
          <a:prstGeom prst="rect">
            <a:avLst/>
          </a:prstGeom>
          <a:noFill/>
        </p:spPr>
        <p:txBody>
          <a:bodyPr wrap="square" lIns="45720" tIns="0" rIns="45720" bIns="0" anchor="t">
            <a:spAutoFit/>
          </a:bodyPr>
          <a:lstStyle/>
          <a:p>
            <a:pPr algn="l">
              <a:spcBef>
                <a:spcPts val="0"/>
              </a:spcBef>
              <a:spcAft>
                <a:spcPts val="200"/>
              </a:spcAft>
            </a:pPr>
            <a:r>
              <a:rPr sz="1150" b="1" i="0">
                <a:solidFill>
                  <a:srgbClr val="450073"/>
                </a:solidFill>
                <a:latin typeface="Arial"/>
              </a:rPr>
              <a:t>Every station also publishes how well it is known.</a:t>
            </a:r>
          </a:p>
          <a:p>
            <a:pPr algn="l">
              <a:lnSpc>
                <a:spcPct val="92000"/>
              </a:lnSpc>
              <a:spcBef>
                <a:spcPts val="0"/>
              </a:spcBef>
              <a:spcAft>
                <a:spcPts val="0"/>
              </a:spcAft>
            </a:pPr>
            <a:r>
              <a:rPr sz="950" b="0" i="0">
                <a:solidFill>
                  <a:srgbClr val="1A1A1A"/>
                </a:solidFill>
                <a:latin typeface="Arial"/>
              </a:rPr>
              <a:t>What was measured, what was inferred, and how confident the twin is on each one — so a supervisor can see where the model is guessing before acting on it.</a:t>
            </a:r>
          </a:p>
        </p:txBody>
      </p:sp>
      <p:sp>
        <p:nvSpPr>
          <p:cNvPr id="36" name="Rounded Rectangle 35"/>
          <p:cNvSpPr/>
          <p:nvPr/>
        </p:nvSpPr>
        <p:spPr>
          <a:xfrm>
            <a:off x="7461504" y="5303519"/>
            <a:ext cx="3941063" cy="731520"/>
          </a:xfrm>
          <a:prstGeom prst="roundRect">
            <a:avLst>
              <a:gd name="adj" fmla="val 6000"/>
            </a:avLst>
          </a:prstGeom>
          <a:solidFill>
            <a:srgbClr val="FFFFFF"/>
          </a:solidFill>
          <a:ln w="12700">
            <a:solidFill>
              <a:srgbClr val="C1A3FF"/>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rtlCol="0" anchor="t"/>
          <a:lstStyle/>
          <a:p>
            <a:pPr algn="l">
              <a:spcBef>
                <a:spcPts val="0"/>
              </a:spcBef>
              <a:spcAft>
                <a:spcPts val="300"/>
              </a:spcAft>
            </a:pPr>
            <a:r>
              <a:rPr sz="800" b="1" i="0">
                <a:solidFill>
                  <a:srgbClr val="5E5E5E"/>
                </a:solidFill>
                <a:latin typeface="Arial"/>
              </a:rPr>
              <a:t>ILLUSTRATIVE  ·  observability record format</a:t>
            </a:r>
          </a:p>
          <a:p>
            <a:pPr algn="l">
              <a:lnSpc>
                <a:spcPct val="92000"/>
              </a:lnSpc>
              <a:spcBef>
                <a:spcPts val="0"/>
              </a:spcBef>
              <a:spcAft>
                <a:spcPts val="200"/>
              </a:spcAft>
            </a:pPr>
            <a:r>
              <a:rPr sz="1050" b="1" i="0">
                <a:solidFill>
                  <a:srgbClr val="450073"/>
                </a:solidFill>
                <a:latin typeface="Arial"/>
              </a:rPr>
              <a:t>2 of 10 signals measured, 6 inferred</a:t>
            </a:r>
          </a:p>
          <a:p>
            <a:pPr algn="l">
              <a:lnSpc>
                <a:spcPct val="92000"/>
              </a:lnSpc>
              <a:spcBef>
                <a:spcPts val="0"/>
              </a:spcBef>
              <a:spcAft>
                <a:spcPts val="0"/>
              </a:spcAft>
            </a:pPr>
            <a:r>
              <a:rPr sz="950" b="1" i="0">
                <a:solidFill>
                  <a:srgbClr val="7400C0"/>
                </a:solidFill>
                <a:latin typeface="Arial"/>
              </a:rPr>
              <a:t>confidence 0.81 — act, but verify on site</a:t>
            </a:r>
          </a:p>
        </p:txBody>
      </p:sp>
      <p:sp>
        <p:nvSpPr>
          <p:cNvPr id="37" name="Rounded Rectangle 36"/>
          <p:cNvSpPr/>
          <p:nvPr/>
        </p:nvSpPr>
        <p:spPr>
          <a:xfrm>
            <a:off x="338328" y="6254496"/>
            <a:ext cx="11247120" cy="512064"/>
          </a:xfrm>
          <a:prstGeom prst="roundRect">
            <a:avLst>
              <a:gd name="adj" fmla="val 6000"/>
            </a:avLst>
          </a:prstGeom>
          <a:solidFill>
            <a:srgbClr val="E6D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6272784"/>
            <a:ext cx="11018520" cy="475488"/>
          </a:xfrm>
          <a:prstGeom prst="rect">
            <a:avLst/>
          </a:prstGeom>
          <a:noFill/>
        </p:spPr>
        <p:txBody>
          <a:bodyPr wrap="square" lIns="45720" rIns="45720" tIns="0" bIns="0" anchor="t">
            <a:spAutoFit/>
          </a:bodyPr>
          <a:lstStyle/>
          <a:p>
            <a:pPr>
              <a:lnSpc>
                <a:spcPct val="94000"/>
              </a:lnSpc>
              <a:spcAft>
                <a:spcPts val="200"/>
              </a:spcAft>
            </a:pPr>
            <a:r>
              <a:rPr sz="900" b="1" i="0">
                <a:solidFill>
                  <a:srgbClr val="7400C0"/>
                </a:solidFill>
                <a:latin typeface="Arial"/>
              </a:rPr>
              <a:t>MODEL   </a:t>
            </a:r>
            <a:r>
              <a:rPr sz="900" b="0" i="0">
                <a:solidFill>
                  <a:srgbClr val="1A1A1A"/>
                </a:solidFill>
                <a:latin typeface="Arial"/>
              </a:rPr>
              <a:t>stations, buffers, routing, processing-time distributions, failures and repair, genealogy per unit</a:t>
            </a:r>
          </a:p>
          <a:p>
            <a:pPr>
              <a:lnSpc>
                <a:spcPct val="94000"/>
              </a:lnSpc>
            </a:pPr>
            <a:r>
              <a:rPr sz="900" b="1" i="0">
                <a:solidFill>
                  <a:srgbClr val="5E5E5E"/>
                </a:solidFill>
                <a:latin typeface="Arial"/>
              </a:rPr>
              <a:t>SKIP   </a:t>
            </a:r>
            <a:r>
              <a:rPr sz="900" b="0" i="0">
                <a:solidFill>
                  <a:srgbClr val="5E5E5E"/>
                </a:solidFill>
                <a:latin typeface="Arial"/>
              </a:rPr>
              <a:t>3D geometry, robot kinematics, welding / paint physics, closed-loop write-back to line control</a:t>
            </a:r>
          </a:p>
        </p:txBody>
      </p:sp>
    </p:spTree>
    <p:extLst>
      <p:ext uri="{BB962C8B-B14F-4D97-AF65-F5344CB8AC3E}">
        <p14:creationId xmlns:p14="http://schemas.microsoft.com/office/powerpoint/2010/main" val="2205980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00020" y="296965"/>
            <a:ext cx="11591959" cy="480276"/>
          </a:xfrm>
          <a:solidFill>
            <a:srgbClr val="A100FF"/>
          </a:solidFill>
        </p:spPr>
        <p:txBody>
          <a:bodyPr vert="horz" lIns="91440" tIns="45720" rIns="91440" bIns="45720" rtlCol="0" anchor="ctr">
            <a:noAutofit/>
          </a:bodyPr>
          <a:lstStyle/>
          <a:p>
            <a:r>
              <a:rPr lang="en-US" sz="2000" b="1" dirty="0">
                <a:solidFill>
                  <a:schemeClr val="bg1"/>
                </a:solidFill>
                <a:latin typeface="Graphik" panose="020B0503030202060203" pitchFamily="34" charset="0"/>
                <a:cs typeface="Arial" panose="020B0604020202020204" pitchFamily="34" charset="0"/>
              </a:rPr>
              <a:t>Video</a:t>
            </a:r>
            <a:endParaRPr lang="en-IN" sz="2000" b="1" dirty="0">
              <a:solidFill>
                <a:schemeClr val="bg1"/>
              </a:solidFill>
              <a:latin typeface="Graphik" panose="020B0503030202060203" pitchFamily="34" charset="0"/>
              <a:cs typeface="Arial" panose="020B0604020202020204" pitchFamily="34" charset="0"/>
            </a:endParaRPr>
          </a:p>
        </p:txBody>
      </p:sp>
      <p:sp>
        <p:nvSpPr>
          <p:cNvPr id="5" name="TextBox 4"/>
          <p:cNvSpPr txBox="1"/>
          <p:nvPr/>
        </p:nvSpPr>
        <p:spPr>
          <a:xfrm>
            <a:off x="301752" y="841248"/>
            <a:ext cx="11283696" cy="402336"/>
          </a:xfrm>
          <a:prstGeom prst="rect">
            <a:avLst/>
          </a:prstGeom>
          <a:noFill/>
        </p:spPr>
        <p:txBody>
          <a:bodyPr wrap="square" lIns="45720" tIns="0" rIns="45720" bIns="0" anchor="t">
            <a:spAutoFit/>
          </a:bodyPr>
          <a:lstStyle/>
          <a:p>
            <a:pPr algn="l">
              <a:lnSpc>
                <a:spcPct val="95000"/>
              </a:lnSpc>
              <a:spcBef>
                <a:spcPts val="0"/>
              </a:spcBef>
              <a:spcAft>
                <a:spcPts val="0"/>
              </a:spcAft>
            </a:pPr>
            <a:r>
              <a:rPr sz="1550" b="1" i="0">
                <a:solidFill>
                  <a:srgbClr val="7400C0"/>
                </a:solidFill>
                <a:latin typeface="Arial"/>
              </a:rPr>
              <a:t>Two minutes fifty-three: three problems, three solutions, and the loop that closes them.</a:t>
            </a:r>
          </a:p>
        </p:txBody>
      </p:sp>
      <p:sp>
        <p:nvSpPr>
          <p:cNvPr id="6" name="Rounded Rectangle 5"/>
          <p:cNvSpPr/>
          <p:nvPr/>
        </p:nvSpPr>
        <p:spPr>
          <a:xfrm>
            <a:off x="301752" y="1371600"/>
            <a:ext cx="5532120" cy="3017520"/>
          </a:xfrm>
          <a:prstGeom prst="roundRect">
            <a:avLst>
              <a:gd name="adj" fmla="val 6000"/>
            </a:avLst>
          </a:prstGeom>
          <a:solidFill>
            <a:srgbClr val="E6D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481328"/>
            <a:ext cx="4946904" cy="713232"/>
          </a:xfrm>
          <a:prstGeom prst="rect">
            <a:avLst/>
          </a:prstGeom>
          <a:noFill/>
        </p:spPr>
        <p:txBody>
          <a:bodyPr wrap="square" lIns="45720" tIns="0" rIns="45720" bIns="0" anchor="t">
            <a:spAutoFit/>
          </a:bodyPr>
          <a:lstStyle/>
          <a:p>
            <a:pPr algn="l">
              <a:spcBef>
                <a:spcPts val="0"/>
              </a:spcBef>
              <a:spcAft>
                <a:spcPts val="300"/>
              </a:spcAft>
            </a:pPr>
            <a:r>
              <a:rPr sz="1400" b="1">
                <a:solidFill>
                  <a:srgbClr val="450073"/>
                </a:solidFill>
                <a:latin typeface="Arial"/>
              </a:rPr>
              <a:t>Watch the demo</a:t>
            </a:r>
          </a:p>
          <a:p>
            <a:pPr>
              <a:lnSpc>
                <a:spcPct val="92000"/>
              </a:lnSpc>
              <a:spcAft>
                <a:spcPts val="100"/>
              </a:spcAft>
            </a:pPr>
            <a:r>
              <a:rPr sz="1050" b="1" u="sng">
                <a:solidFill>
                  <a:srgbClr val="7400C0"/>
                </a:solidFill>
                <a:latin typeface="Arial"/>
                <a:hlinkClick r:id="rId2"/>
              </a:rPr>
              <a:t>▶  Watch the video on Google Drive</a:t>
            </a:r>
          </a:p>
          <a:p>
            <a:pPr>
              <a:lnSpc>
                <a:spcPct val="88000"/>
              </a:lnSpc>
              <a:spcAft>
                <a:spcPts val="200"/>
              </a:spcAft>
            </a:pPr>
            <a:r>
              <a:rPr sz="650" b="0">
                <a:solidFill>
                  <a:srgbClr val="5E5E5E"/>
                </a:solidFill>
                <a:latin typeface="Arial"/>
                <a:hlinkClick r:id="rId2"/>
              </a:rPr>
              <a:t>https://drive.google.com/file/d/1U0qsM3jGvBVVtscg6wikxxGiOH4cvRs0/view?usp=sharing</a:t>
            </a:r>
          </a:p>
          <a:p>
            <a:pPr>
              <a:lnSpc>
                <a:spcPct val="92000"/>
              </a:lnSpc>
            </a:pPr>
            <a:r>
              <a:rPr sz="850" b="1">
                <a:solidFill>
                  <a:srgbClr val="450073"/>
                </a:solidFill>
                <a:latin typeface="Arial"/>
              </a:rPr>
              <a:t>2:53  ·  narrated  ·  captions on screen</a:t>
            </a:r>
          </a:p>
        </p:txBody>
      </p:sp>
      <p:sp>
        <p:nvSpPr>
          <p:cNvPr id="11" name="Rounded Rectangle 10"/>
          <p:cNvSpPr/>
          <p:nvPr/>
        </p:nvSpPr>
        <p:spPr>
          <a:xfrm>
            <a:off x="6053328" y="1371600"/>
            <a:ext cx="5833872" cy="3017520"/>
          </a:xfrm>
          <a:prstGeom prst="roundRect">
            <a:avLst>
              <a:gd name="adj" fmla="val 6000"/>
            </a:avLst>
          </a:prstGeom>
          <a:solidFill>
            <a:srgbClr val="FFFFFF"/>
          </a:solidFill>
          <a:ln w="12700">
            <a:solidFill>
              <a:srgbClr val="C1A3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45936" y="1645920"/>
            <a:ext cx="5248656" cy="2505456"/>
          </a:xfrm>
          <a:prstGeom prst="rect">
            <a:avLst/>
          </a:prstGeom>
          <a:noFill/>
        </p:spPr>
        <p:txBody>
          <a:bodyPr wrap="square" lIns="45720" tIns="0" rIns="45720" bIns="0" anchor="t">
            <a:spAutoFit/>
          </a:bodyPr>
          <a:lstStyle/>
          <a:p>
            <a:pPr algn="l">
              <a:spcBef>
                <a:spcPts val="0"/>
              </a:spcBef>
              <a:spcAft>
                <a:spcPts val="800"/>
              </a:spcAft>
            </a:pPr>
            <a:r>
              <a:rPr sz="1300" b="1">
                <a:solidFill>
                  <a:srgbClr val="450073"/>
                </a:solidFill>
                <a:latin typeface="Arial"/>
              </a:rPr>
              <a:t>What the video covers</a:t>
            </a:r>
          </a:p>
          <a:p>
            <a:pPr>
              <a:lnSpc>
                <a:spcPct val="94000"/>
              </a:lnSpc>
              <a:spcAft>
                <a:spcPts val="800"/>
              </a:spcAft>
            </a:pPr>
            <a:r>
              <a:rPr sz="1000" b="1">
                <a:solidFill>
                  <a:srgbClr val="7400C0"/>
                </a:solidFill>
                <a:latin typeface="Arial"/>
              </a:rPr>
              <a:t>0:00    </a:t>
            </a:r>
            <a:r>
              <a:rPr sz="1000" b="0">
                <a:solidFill>
                  <a:srgbClr val="1A1A1A"/>
                </a:solidFill>
                <a:latin typeface="Arial"/>
              </a:rPr>
              <a:t>Team introduction.</a:t>
            </a:r>
          </a:p>
          <a:p>
            <a:pPr>
              <a:lnSpc>
                <a:spcPct val="94000"/>
              </a:lnSpc>
              <a:spcAft>
                <a:spcPts val="800"/>
              </a:spcAft>
            </a:pPr>
            <a:r>
              <a:rPr sz="1000" b="1">
                <a:solidFill>
                  <a:srgbClr val="7400C0"/>
                </a:solidFill>
                <a:latin typeface="Arial"/>
              </a:rPr>
              <a:t>0:03    </a:t>
            </a:r>
            <a:r>
              <a:rPr sz="1000" b="0">
                <a:solidFill>
                  <a:srgbClr val="1A1A1A"/>
                </a:solidFill>
                <a:latin typeface="Arial"/>
              </a:rPr>
              <a:t>The line — twenty stations, and the signals a plant already emits.</a:t>
            </a:r>
          </a:p>
          <a:p>
            <a:pPr>
              <a:lnSpc>
                <a:spcPct val="94000"/>
              </a:lnSpc>
              <a:spcAft>
                <a:spcPts val="800"/>
              </a:spcAft>
            </a:pPr>
            <a:r>
              <a:rPr sz="1000" b="1">
                <a:solidFill>
                  <a:srgbClr val="7400C0"/>
                </a:solidFill>
                <a:latin typeface="Arial"/>
              </a:rPr>
              <a:t>0:12    </a:t>
            </a:r>
            <a:r>
              <a:rPr sz="1000" b="0">
                <a:solidFill>
                  <a:srgbClr val="1A1A1A"/>
                </a:solidFill>
                <a:latin typeface="Arial"/>
              </a:rPr>
              <a:t>Problem 1 → Solution 1  ·  the bottleneck moves; read the blocked / starved signature.</a:t>
            </a:r>
          </a:p>
          <a:p>
            <a:pPr>
              <a:lnSpc>
                <a:spcPct val="94000"/>
              </a:lnSpc>
              <a:spcAft>
                <a:spcPts val="800"/>
              </a:spcAft>
            </a:pPr>
            <a:r>
              <a:rPr sz="1000" b="1">
                <a:solidFill>
                  <a:srgbClr val="7400C0"/>
                </a:solidFill>
                <a:latin typeface="Arial"/>
              </a:rPr>
              <a:t>0:57    </a:t>
            </a:r>
            <a:r>
              <a:rPr sz="1000" b="0">
                <a:solidFill>
                  <a:srgbClr val="1A1A1A"/>
                </a:solidFill>
                <a:latin typeface="Arial"/>
              </a:rPr>
              <a:t>Problem 2 → Solution 2  ·  the sensor is what drifted; watch the health score.</a:t>
            </a:r>
          </a:p>
          <a:p>
            <a:pPr>
              <a:lnSpc>
                <a:spcPct val="94000"/>
              </a:lnSpc>
              <a:spcAft>
                <a:spcPts val="800"/>
              </a:spcAft>
            </a:pPr>
            <a:r>
              <a:rPr sz="1000" b="1">
                <a:solidFill>
                  <a:srgbClr val="7400C0"/>
                </a:solidFill>
                <a:latin typeface="Arial"/>
              </a:rPr>
              <a:t>1:37    </a:t>
            </a:r>
            <a:r>
              <a:rPr sz="1000" b="0">
                <a:solidFill>
                  <a:srgbClr val="1A1A1A"/>
                </a:solidFill>
                <a:latin typeface="Arial"/>
              </a:rPr>
              <a:t>Problem 3 → Solution 3  ·  dark stations; bracket, then correct the bias.</a:t>
            </a:r>
          </a:p>
          <a:p>
            <a:pPr>
              <a:lnSpc>
                <a:spcPct val="94000"/>
              </a:lnSpc>
              <a:spcAft>
                <a:spcPts val="800"/>
              </a:spcAft>
            </a:pPr>
            <a:r>
              <a:rPr sz="1000" b="1">
                <a:solidFill>
                  <a:srgbClr val="7400C0"/>
                </a:solidFill>
                <a:latin typeface="Arial"/>
              </a:rPr>
              <a:t>2:19    </a:t>
            </a:r>
            <a:r>
              <a:rPr sz="1000" b="0">
                <a:solidFill>
                  <a:srgbClr val="1A1A1A"/>
                </a:solidFill>
                <a:latin typeface="Arial"/>
              </a:rPr>
              <a:t>The closed loop  ·  ranked call, and a person confirms every change.</a:t>
            </a:r>
          </a:p>
        </p:txBody>
      </p:sp>
      <p:sp>
        <p:nvSpPr>
          <p:cNvPr id="13" name="Rounded Rectangle 12"/>
          <p:cNvSpPr/>
          <p:nvPr/>
        </p:nvSpPr>
        <p:spPr>
          <a:xfrm>
            <a:off x="301752" y="4590288"/>
            <a:ext cx="11585448" cy="1298448"/>
          </a:xfrm>
          <a:prstGeom prst="roundRect">
            <a:avLst>
              <a:gd name="adj" fmla="val 6000"/>
            </a:avLst>
          </a:prstGeom>
          <a:solidFill>
            <a:srgbClr val="FFFFFF"/>
          </a:solidFill>
          <a:ln w="12700">
            <a:solidFill>
              <a:srgbClr val="C1A3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4754880"/>
            <a:ext cx="11000232" cy="817660"/>
          </a:xfrm>
          <a:prstGeom prst="rect">
            <a:avLst/>
          </a:prstGeom>
          <a:noFill/>
        </p:spPr>
        <p:txBody>
          <a:bodyPr wrap="square" lIns="45720" tIns="0" rIns="45720" bIns="0" anchor="t">
            <a:spAutoFit/>
          </a:bodyPr>
          <a:lstStyle/>
          <a:p>
            <a:pPr algn="l">
              <a:spcBef>
                <a:spcPts val="0"/>
              </a:spcBef>
              <a:spcAft>
                <a:spcPts val="300"/>
              </a:spcAft>
            </a:pPr>
            <a:r>
              <a:rPr sz="1150" b="1" i="0" dirty="0">
                <a:solidFill>
                  <a:srgbClr val="450073"/>
                </a:solidFill>
                <a:latin typeface="Arial"/>
              </a:rPr>
              <a:t>Everything shown is reproducible.</a:t>
            </a:r>
          </a:p>
          <a:p>
            <a:pPr algn="l">
              <a:lnSpc>
                <a:spcPct val="92000"/>
              </a:lnSpc>
              <a:spcBef>
                <a:spcPts val="0"/>
              </a:spcBef>
              <a:spcAft>
                <a:spcPts val="500"/>
              </a:spcAft>
            </a:pPr>
            <a:r>
              <a:rPr sz="950" b="0" i="0" dirty="0">
                <a:solidFill>
                  <a:srgbClr val="1A1A1A"/>
                </a:solidFill>
                <a:latin typeface="Arial"/>
              </a:rPr>
              <a:t>We built the plant as well as the twin, so ground truth is known and held in files the detectors never read. Every figure on these slides comes from committed code run against that truth; industry figures are cited as ranges, and negative results are reported at the same prominence as positive ones.</a:t>
            </a:r>
          </a:p>
          <a:p>
            <a:pPr>
              <a:lnSpc>
                <a:spcPct val="92000"/>
              </a:lnSpc>
            </a:pPr>
            <a:r>
              <a:rPr sz="950" b="1" i="0" dirty="0">
                <a:solidFill>
                  <a:srgbClr val="450073"/>
                </a:solidFill>
                <a:latin typeface="Arial"/>
              </a:rPr>
              <a:t>Backing material: </a:t>
            </a:r>
            <a:r>
              <a:rPr sz="950" b="0" i="0" dirty="0">
                <a:solidFill>
                  <a:srgbClr val="1A1A1A"/>
                </a:solidFill>
                <a:latin typeface="Arial"/>
              </a:rPr>
              <a:t>a pipeline design document and an evidence file, each carrying per-claim provenance.</a:t>
            </a:r>
            <a:br>
              <a:rPr lang="en-IN" sz="950" b="0" i="0" dirty="0">
                <a:solidFill>
                  <a:srgbClr val="1A1A1A"/>
                </a:solidFill>
                <a:latin typeface="Arial"/>
              </a:rPr>
            </a:br>
            <a:r>
              <a:rPr lang="en-US" sz="950" b="1" i="0" dirty="0">
                <a:solidFill>
                  <a:srgbClr val="450073"/>
                </a:solidFill>
                <a:latin typeface="Arial"/>
              </a:rPr>
              <a:t>Here is the drive link </a:t>
            </a:r>
            <a:r>
              <a:rPr lang="en-US" sz="950" b="1" dirty="0">
                <a:solidFill>
                  <a:srgbClr val="450073"/>
                </a:solidFill>
                <a:latin typeface="Arial"/>
              </a:rPr>
              <a:t>of those files: </a:t>
            </a:r>
            <a:r>
              <a:rPr lang="en-US" sz="950" u="sng" dirty="0">
                <a:solidFill>
                  <a:srgbClr val="7400C0"/>
                </a:solidFill>
                <a:latin typeface="Arial"/>
                <a:hlinkClick r:id="rId5"/>
              </a:rPr>
              <a:t>https://drive.google.com/drive/folders/1wY7A9GcMkgCSGwxs4Z9mUg2iX4wXhhoC?usp=sharing</a:t>
            </a:r>
            <a:endParaRPr sz="950" b="0" i="0" dirty="0">
              <a:solidFill>
                <a:srgbClr val="1A1A1A"/>
              </a:solidFill>
              <a:latin typeface="Arial"/>
            </a:endParaRPr>
          </a:p>
        </p:txBody>
      </p:sp>
      <p:sp>
        <p:nvSpPr>
          <p:cNvPr id="15" name="Rounded Rectangle 14"/>
          <p:cNvSpPr/>
          <p:nvPr/>
        </p:nvSpPr>
        <p:spPr>
          <a:xfrm>
            <a:off x="301752" y="5961888"/>
            <a:ext cx="11585448" cy="566928"/>
          </a:xfrm>
          <a:prstGeom prst="roundRect">
            <a:avLst>
              <a:gd name="adj" fmla="val 6000"/>
            </a:avLst>
          </a:prstGeom>
          <a:solidFill>
            <a:srgbClr val="E6D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6035040"/>
            <a:ext cx="11091672" cy="438912"/>
          </a:xfrm>
          <a:prstGeom prst="rect">
            <a:avLst/>
          </a:prstGeom>
          <a:noFill/>
        </p:spPr>
        <p:txBody>
          <a:bodyPr wrap="square" lIns="45720" tIns="0" rIns="45720" bIns="0" anchor="t">
            <a:spAutoFit/>
          </a:bodyPr>
          <a:lstStyle/>
          <a:p>
            <a:pPr algn="l">
              <a:lnSpc>
                <a:spcPct val="94000"/>
              </a:lnSpc>
              <a:spcBef>
                <a:spcPts val="0"/>
              </a:spcBef>
              <a:spcAft>
                <a:spcPts val="200"/>
              </a:spcAft>
            </a:pPr>
            <a:r>
              <a:rPr sz="850" b="1" i="0">
                <a:solidFill>
                  <a:srgbClr val="7400C0"/>
                </a:solidFill>
                <a:latin typeface="Arial"/>
              </a:rPr>
              <a:t>BUILT &amp; MEASURED   </a:t>
            </a:r>
            <a:r>
              <a:rPr sz="850" b="0" i="0">
                <a:solidFill>
                  <a:srgbClr val="1A1A1A"/>
                </a:solidFill>
                <a:latin typeface="Arial"/>
              </a:rPr>
              <a:t>three detection pipelines, a 20-station plant simulator, 162 runs, held-out calibration      </a:t>
            </a:r>
            <a:r>
              <a:rPr sz="850" b="1" i="0">
                <a:solidFill>
                  <a:srgbClr val="5E5E5E"/>
                </a:solidFill>
                <a:latin typeface="Arial"/>
              </a:rPr>
              <a:t>DESIGNED, NOT YET BUILT   </a:t>
            </a:r>
            <a:r>
              <a:rPr sz="850" b="0" i="0">
                <a:solidFill>
                  <a:srgbClr val="5E5E5E"/>
                </a:solidFill>
                <a:latin typeface="Arial"/>
              </a:rPr>
              <a:t>genealogy containment, failure-mode classifier</a:t>
            </a:r>
          </a:p>
          <a:p>
            <a:pPr>
              <a:lnSpc>
                <a:spcPct val="94000"/>
              </a:lnSpc>
            </a:pPr>
            <a:r>
              <a:rPr sz="850" b="1" i="0">
                <a:solidFill>
                  <a:srgbClr val="C0392B"/>
                </a:solidFill>
                <a:latin typeface="Arial"/>
              </a:rPr>
              <a:t>TESTED AND FAILED   </a:t>
            </a:r>
            <a:r>
              <a:rPr sz="850" b="0" i="0">
                <a:solidFill>
                  <a:srgbClr val="1A1A1A"/>
                </a:solidFill>
                <a:latin typeface="Arial"/>
              </a:rPr>
              <a:t>drift-based overtake risk called 70–100% confidence but was right 5.9% of the time. We report it rather than hide it.</a:t>
            </a:r>
          </a:p>
        </p:txBody>
      </p:sp>
      <p:pic>
        <p:nvPicPr>
          <p:cNvPr id="17" name="embed_final.mp4">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1538270" y="2231136"/>
            <a:ext cx="3059083" cy="2103120"/>
          </a:xfrm>
          <a:prstGeom prst="rect">
            <a:avLst/>
          </a:prstGeom>
        </p:spPr>
      </p:pic>
    </p:spTree>
    <p:extLst>
      <p:ext uri="{BB962C8B-B14F-4D97-AF65-F5344CB8AC3E}">
        <p14:creationId xmlns:p14="http://schemas.microsoft.com/office/powerpoint/2010/main" val="3845603560"/>
      </p:ext>
    </p:extLst>
  </p:cSld>
  <p:clrMapOvr>
    <a:masterClrMapping/>
  </p:clrMapOvr>
  <p:timing>
    <p:tnLst>
      <p:par>
        <p:cTn id="1" dur="indefinite" restart="never" nodeType="tmRoot">
          <p:childTnLst>
            <p:video>
              <p:cMediaNode vol="80000">
                <p:cTn id="2" fill="hold" display="0">
                  <p:stCondLst>
                    <p:cond delay="indefinite"/>
                  </p:stCondLst>
                </p:cTn>
                <p:tgtEl>
                  <p:spTgt spid="17"/>
                </p:tgtEl>
              </p:cMediaNode>
            </p:video>
            <p:video>
              <p:cMediaNode vol="80000">
                <p:cTn id="3" fill="hold" display="0">
                  <p:stCondLst>
                    <p:cond delay="indefinite"/>
                  </p:stCondLst>
                </p:cTn>
                <p:tgtEl>
                  <p:spTgt spid="17"/>
                </p:tgtEl>
              </p:cMediaNode>
            </p:video>
            <p:video>
              <p:cMediaNode vol="80000">
                <p:cTn id="4" fill="hold" display="0">
                  <p:stCondLst>
                    <p:cond delay="indefinite"/>
                  </p:stCondLst>
                </p:cTn>
                <p:tgtEl>
                  <p:spTgt spid="17"/>
                </p:tgtEl>
              </p:cMediaNode>
            </p:video>
            <p:video>
              <p:cMediaNode vol="80000">
                <p:cTn id="5" fill="hold" display="0">
                  <p:stCondLst>
                    <p:cond delay="indefinite"/>
                  </p:stCondLst>
                </p:cTn>
                <p:tgtEl>
                  <p:spTgt spid="17"/>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86DCA-E252-45B6-8790-F0CA74EA47D8}"/>
              </a:ext>
            </a:extLst>
          </p:cNvPr>
          <p:cNvSpPr>
            <a:spLocks noGrp="1"/>
          </p:cNvSpPr>
          <p:nvPr>
            <p:ph type="title"/>
          </p:nvPr>
        </p:nvSpPr>
        <p:spPr>
          <a:xfrm>
            <a:off x="1191348" y="3429000"/>
            <a:ext cx="5190523" cy="984885"/>
          </a:xfrm>
        </p:spPr>
        <p:txBody>
          <a:bodyPr/>
          <a:lstStyle/>
          <a:p>
            <a:r>
              <a:rPr lang="en-US">
                <a:latin typeface="+mj-lt"/>
              </a:rPr>
              <a:t>Thank you</a:t>
            </a:r>
          </a:p>
        </p:txBody>
      </p:sp>
      <p:sp>
        <p:nvSpPr>
          <p:cNvPr id="3" name="TextBox 2"/>
          <p:cNvSpPr txBox="1"/>
          <p:nvPr/>
        </p:nvSpPr>
        <p:spPr>
          <a:xfrm>
            <a:off x="1234440" y="4443984"/>
            <a:ext cx="7863840" cy="658368"/>
          </a:xfrm>
          <a:prstGeom prst="rect">
            <a:avLst/>
          </a:prstGeom>
          <a:noFill/>
        </p:spPr>
        <p:txBody>
          <a:bodyPr wrap="square" lIns="45720" rIns="45720" tIns="0" bIns="0" anchor="t">
            <a:spAutoFit/>
          </a:bodyPr>
          <a:lstStyle/>
          <a:p>
            <a:pPr>
              <a:spcAft>
                <a:spcPts val="300"/>
              </a:spcAft>
            </a:pPr>
            <a:r>
              <a:rPr sz="1700" b="1" i="0">
                <a:solidFill>
                  <a:srgbClr val="FFFFFF"/>
                </a:solidFill>
                <a:latin typeface="Arial"/>
              </a:rPr>
              <a:t>DigitalTwin.ai  ·  Team HipHipHooray</a:t>
            </a:r>
          </a:p>
          <a:p>
            <a:pPr>
              <a:lnSpc>
                <a:spcPct val="95000"/>
              </a:lnSpc>
            </a:pPr>
            <a:r>
              <a:rPr sz="1100" b="0" i="0">
                <a:solidFill>
                  <a:srgbClr val="FFFFFF"/>
                </a:solidFill>
                <a:latin typeface="Arial"/>
              </a:rPr>
              <a:t>Every figure on these slides is produced by committed code against ground truth the detectors never read.</a:t>
            </a:r>
          </a:p>
        </p:txBody>
      </p:sp>
    </p:spTree>
    <p:extLst>
      <p:ext uri="{BB962C8B-B14F-4D97-AF65-F5344CB8AC3E}">
        <p14:creationId xmlns:p14="http://schemas.microsoft.com/office/powerpoint/2010/main" val="1583931614"/>
      </p:ext>
    </p:extLst>
  </p:cSld>
  <p:clrMapOvr>
    <a:masterClrMapping/>
  </p:clrMapOvr>
</p:sld>
</file>

<file path=ppt/theme/theme1.xml><?xml version="1.0" encoding="utf-8"?>
<a:theme xmlns:a="http://schemas.openxmlformats.org/drawingml/2006/main" name="Accenture 2025">
  <a:themeElements>
    <a:clrScheme name="Custom 20">
      <a:dk1>
        <a:srgbClr val="000000"/>
      </a:dk1>
      <a:lt1>
        <a:srgbClr val="FFFFFF"/>
      </a:lt1>
      <a:dk2>
        <a:srgbClr val="450073"/>
      </a:dk2>
      <a:lt2>
        <a:srgbClr val="A000FF"/>
      </a:lt2>
      <a:accent1>
        <a:srgbClr val="7400C0"/>
      </a:accent1>
      <a:accent2>
        <a:srgbClr val="C1A3FF"/>
      </a:accent2>
      <a:accent3>
        <a:srgbClr val="E6DCFF"/>
      </a:accent3>
      <a:accent4>
        <a:srgbClr val="FF50A0"/>
      </a:accent4>
      <a:accent5>
        <a:srgbClr val="224BFF"/>
      </a:accent5>
      <a:accent6>
        <a:srgbClr val="05F2DB"/>
      </a:accent6>
      <a:hlink>
        <a:srgbClr val="A000FF"/>
      </a:hlink>
      <a:folHlink>
        <a:srgbClr val="7400C0"/>
      </a:folHlink>
    </a:clrScheme>
    <a:fontScheme name="GraphikReg-GraphikSemiB">
      <a:majorFont>
        <a:latin typeface="Graphik-Semibold"/>
        <a:ea typeface=""/>
        <a:cs typeface=""/>
      </a:majorFont>
      <a:minorFont>
        <a:latin typeface="Graphik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FY25-Branding-Guidelines_PPT-Graphik_v19_AccessibilityFixes.pptx" id="{6C590743-EE6F-704D-9B30-76795EFC297C}" vid="{E566E052-0B33-5E4D-99EA-EFC16BC751F1}"/>
    </a:ext>
  </a:extLst>
</a:theme>
</file>

<file path=ppt/theme/theme2.xml><?xml version="1.0" encoding="utf-8"?>
<a:theme xmlns:a="http://schemas.openxmlformats.org/drawingml/2006/main" name="1_Titles">
  <a:themeElements>
    <a:clrScheme name="Acc Core">
      <a:dk1>
        <a:srgbClr val="000000"/>
      </a:dk1>
      <a:lt1>
        <a:srgbClr val="FFFFFF"/>
      </a:lt1>
      <a:dk2>
        <a:srgbClr val="BDBDBD"/>
      </a:dk2>
      <a:lt2>
        <a:srgbClr val="969696"/>
      </a:lt2>
      <a:accent1>
        <a:srgbClr val="A100FF"/>
      </a:accent1>
      <a:accent2>
        <a:srgbClr val="7500C0"/>
      </a:accent2>
      <a:accent3>
        <a:srgbClr val="460073"/>
      </a:accent3>
      <a:accent4>
        <a:srgbClr val="00BAFF"/>
      </a:accent4>
      <a:accent5>
        <a:srgbClr val="008EFF"/>
      </a:accent5>
      <a:accent6>
        <a:srgbClr val="004DFF"/>
      </a:accent6>
      <a:hlink>
        <a:srgbClr val="7500C0"/>
      </a:hlink>
      <a:folHlink>
        <a:srgbClr val="460073"/>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Presentation10" id="{C00EB2C1-B526-F548-AF64-FD10065D7E5F}" vid="{C7D4C087-F6B1-4649-903F-3FEF709D25B8}"/>
    </a:ext>
  </a:extLst>
</a:theme>
</file>

<file path=ppt/theme/theme3.xml><?xml version="1.0" encoding="utf-8"?>
<a:theme xmlns:a="http://schemas.openxmlformats.org/drawingml/2006/main" name="Titles">
  <a:themeElements>
    <a:clrScheme name="Acc Core">
      <a:dk1>
        <a:srgbClr val="000000"/>
      </a:dk1>
      <a:lt1>
        <a:srgbClr val="FFFFFF"/>
      </a:lt1>
      <a:dk2>
        <a:srgbClr val="BDBDBD"/>
      </a:dk2>
      <a:lt2>
        <a:srgbClr val="969696"/>
      </a:lt2>
      <a:accent1>
        <a:srgbClr val="A100FF"/>
      </a:accent1>
      <a:accent2>
        <a:srgbClr val="7500C0"/>
      </a:accent2>
      <a:accent3>
        <a:srgbClr val="460073"/>
      </a:accent3>
      <a:accent4>
        <a:srgbClr val="00BAFF"/>
      </a:accent4>
      <a:accent5>
        <a:srgbClr val="008EFF"/>
      </a:accent5>
      <a:accent6>
        <a:srgbClr val="004DFF"/>
      </a:accent6>
      <a:hlink>
        <a:srgbClr val="7500C0"/>
      </a:hlink>
      <a:folHlink>
        <a:srgbClr val="460073"/>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Presentation10" id="{C00EB2C1-B526-F548-AF64-FD10065D7E5F}" vid="{C7D4C087-F6B1-4649-903F-3FEF709D25B8}"/>
    </a:ext>
  </a:extLst>
</a:theme>
</file>

<file path=ppt/theme/theme4.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5.xml><?xml version="1.0" encoding="utf-8"?>
<a:theme xmlns:a="http://schemas.openxmlformats.org/drawingml/2006/main" name="1_Accenture 2025">
  <a:themeElements>
    <a:clrScheme name="Accenture">
      <a:dk1>
        <a:srgbClr val="000000"/>
      </a:dk1>
      <a:lt1>
        <a:srgbClr val="FFFFFF"/>
      </a:lt1>
      <a:dk2>
        <a:srgbClr val="A100FF"/>
      </a:dk2>
      <a:lt2>
        <a:srgbClr val="460073"/>
      </a:lt2>
      <a:accent1>
        <a:srgbClr val="7500C0"/>
      </a:accent1>
      <a:accent2>
        <a:srgbClr val="C2A3FF"/>
      </a:accent2>
      <a:accent3>
        <a:srgbClr val="E6DCFF"/>
      </a:accent3>
      <a:accent4>
        <a:srgbClr val="FF50A0"/>
      </a:accent4>
      <a:accent5>
        <a:srgbClr val="224BFF"/>
      </a:accent5>
      <a:accent6>
        <a:srgbClr val="05F2DB"/>
      </a:accent6>
      <a:hlink>
        <a:srgbClr val="A100FF"/>
      </a:hlink>
      <a:folHlink>
        <a:srgbClr val="7500C0"/>
      </a:folHlink>
    </a:clrScheme>
    <a:fontScheme name="GraphikReg-GraphikSemiB">
      <a:majorFont>
        <a:latin typeface="Graphik-Semibold"/>
        <a:ea typeface=""/>
        <a:cs typeface=""/>
      </a:majorFont>
      <a:minorFont>
        <a:latin typeface="Graphik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FY25-Branding-Guidelines_Graphik_v22_Accessibility" id="{B24F0E14-DE31-5248-A702-F861AB2F5F31}" vid="{E2D4869B-0EAF-0144-9FC0-81C17233BA3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71</TotalTime>
  <Words>1089</Words>
  <Application>Microsoft Office PowerPoint</Application>
  <PresentationFormat>Widescreen</PresentationFormat>
  <Paragraphs>94</Paragraphs>
  <Slides>6</Slides>
  <Notes>1</Notes>
  <HiddenSlides>0</HiddenSlides>
  <MMClips>1</MMClips>
  <ScaleCrop>false</ScaleCrop>
  <HeadingPairs>
    <vt:vector size="6" baseType="variant">
      <vt:variant>
        <vt:lpstr>Fonts Used</vt:lpstr>
      </vt:variant>
      <vt:variant>
        <vt:i4>13</vt:i4>
      </vt:variant>
      <vt:variant>
        <vt:lpstr>Theme</vt:lpstr>
      </vt:variant>
      <vt:variant>
        <vt:i4>5</vt:i4>
      </vt:variant>
      <vt:variant>
        <vt:lpstr>Slide Titles</vt:lpstr>
      </vt:variant>
      <vt:variant>
        <vt:i4>6</vt:i4>
      </vt:variant>
    </vt:vector>
  </HeadingPairs>
  <TitlesOfParts>
    <vt:vector size="24" baseType="lpstr">
      <vt:lpstr>Aptos</vt:lpstr>
      <vt:lpstr>Arial</vt:lpstr>
      <vt:lpstr>Calibri</vt:lpstr>
      <vt:lpstr>Calibri Light</vt:lpstr>
      <vt:lpstr>Graphik</vt:lpstr>
      <vt:lpstr>Graphik Black</vt:lpstr>
      <vt:lpstr>Graphik Extralight</vt:lpstr>
      <vt:lpstr>Graphik Medium</vt:lpstr>
      <vt:lpstr>Graphik Regular</vt:lpstr>
      <vt:lpstr>Graphik Semibold</vt:lpstr>
      <vt:lpstr>Graphik-Semibold</vt:lpstr>
      <vt:lpstr>GT Sectra Fine Rg</vt:lpstr>
      <vt:lpstr>System Font</vt:lpstr>
      <vt:lpstr>Accenture 2025</vt:lpstr>
      <vt:lpstr>1_Titles</vt:lpstr>
      <vt:lpstr>Titles</vt:lpstr>
      <vt:lpstr>1_Office Theme</vt:lpstr>
      <vt:lpstr>1_Accenture 2025</vt:lpstr>
      <vt:lpstr>PowerPoint Presentation</vt:lpstr>
      <vt:lpstr>Team details</vt:lpstr>
      <vt:lpstr>The Problem Statement </vt:lpstr>
      <vt:lpstr>Proposed Solution </vt:lpstr>
      <vt:lpstr>Video</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DigitalTwin.ai — a live twin of a vehicle assembly line</dc:title>
  <dc:creator>Sagar Sahu; Priyansh Goyal (Team HipHipHooray)</dc:creator>
  <cp:lastModifiedBy>Team HipHipHooray</cp:lastModifiedBy>
  <cp:revision>5</cp:revision>
  <dcterms:created xsi:type="dcterms:W3CDTF">2026-07-24T04:09:52Z</dcterms:created>
  <dcterms:modified xsi:type="dcterms:W3CDTF">2026-08-16T18:32:58Z</dcterms:modified>
  <dc:subject>Accenture Innovation Challenge 2026 — Problem Statement 4</dc:subject>
  <cp:keywords>digital twin; assembly line; bottleneck detection; defect prediction</cp:keywords>
  <dc:description/>
  <cp:category>Round 1 concept deck</cp:category>
</cp:coreProperties>
</file>